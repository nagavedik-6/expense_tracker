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5" Type="http://schemas.microsoft.com/office/2020/02/relationships/classificationlabels" Target="docMetadata/LabelInfo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73" r:id="rId5"/>
    <p:sldId id="275" r:id="rId6"/>
    <p:sldId id="280" r:id="rId7"/>
    <p:sldId id="284" r:id="rId8"/>
    <p:sldId id="281" r:id="rId9"/>
    <p:sldId id="282" r:id="rId10"/>
    <p:sldId id="283" r:id="rId11"/>
    <p:sldId id="276" r:id="rId12"/>
    <p:sldId id="274" r:id="rId13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224" userDrawn="1">
          <p15:clr>
            <a:srgbClr val="A4A3A4"/>
          </p15:clr>
        </p15:guide>
        <p15:guide id="3" pos="7368" userDrawn="1">
          <p15:clr>
            <a:srgbClr val="A4A3A4"/>
          </p15:clr>
        </p15:guide>
        <p15:guide id="4" pos="312" userDrawn="1">
          <p15:clr>
            <a:srgbClr val="A4A3A4"/>
          </p15:clr>
        </p15:guide>
        <p15:guide id="6" orient="horz" pos="2856" userDrawn="1">
          <p15:clr>
            <a:srgbClr val="A4A3A4"/>
          </p15:clr>
        </p15:guide>
        <p15:guide id="7" pos="5928" userDrawn="1">
          <p15:clr>
            <a:srgbClr val="A4A3A4"/>
          </p15:clr>
        </p15:guide>
        <p15:guide id="8" pos="6168" userDrawn="1">
          <p15:clr>
            <a:srgbClr val="A4A3A4"/>
          </p15:clr>
        </p15:guide>
        <p15:guide id="9" pos="1512" userDrawn="1">
          <p15:clr>
            <a:srgbClr val="A4A3A4"/>
          </p15:clr>
        </p15:guide>
        <p15:guide id="10" orient="horz" pos="264" userDrawn="1">
          <p15:clr>
            <a:srgbClr val="A4A3A4"/>
          </p15:clr>
        </p15:guide>
        <p15:guide id="11" pos="2496" userDrawn="1">
          <p15:clr>
            <a:srgbClr val="A4A3A4"/>
          </p15:clr>
        </p15:guide>
        <p15:guide id="12" pos="2688" userDrawn="1">
          <p15:clr>
            <a:srgbClr val="A4A3A4"/>
          </p15:clr>
        </p15:guide>
        <p15:guide id="13" pos="4536" userDrawn="1">
          <p15:clr>
            <a:srgbClr val="A4A3A4"/>
          </p15:clr>
        </p15:guide>
        <p15:guide id="14" pos="4008" userDrawn="1">
          <p15:clr>
            <a:srgbClr val="A4A3A4"/>
          </p15:clr>
        </p15:guide>
        <p15:guide id="15" pos="4944" userDrawn="1">
          <p15:clr>
            <a:srgbClr val="A4A3A4"/>
          </p15:clr>
        </p15:guide>
        <p15:guide id="16" pos="5136" userDrawn="1">
          <p15:clr>
            <a:srgbClr val="A4A3A4"/>
          </p15:clr>
        </p15:guide>
        <p15:guide id="17" orient="horz" pos="1584" userDrawn="1">
          <p15:clr>
            <a:srgbClr val="A4A3A4"/>
          </p15:clr>
        </p15:guide>
        <p15:guide id="18" orient="horz" pos="2736" userDrawn="1">
          <p15:clr>
            <a:srgbClr val="A4A3A4"/>
          </p15:clr>
        </p15:guide>
        <p15:guide id="19" orient="horz" pos="3648" userDrawn="1">
          <p15:clr>
            <a:srgbClr val="A4A3A4"/>
          </p15:clr>
        </p15:guide>
        <p15:guide id="20" orient="horz" pos="864" userDrawn="1">
          <p15:clr>
            <a:srgbClr val="A4A3A4"/>
          </p15:clr>
        </p15:guide>
        <p15:guide id="21" orient="horz" pos="3984" userDrawn="1">
          <p15:clr>
            <a:srgbClr val="A4A3A4"/>
          </p15:clr>
        </p15:guide>
        <p15:guide id="22" pos="456" userDrawn="1">
          <p15:clr>
            <a:srgbClr val="A4A3A4"/>
          </p15:clr>
        </p15:guide>
        <p15:guide id="23" pos="7248" userDrawn="1">
          <p15:clr>
            <a:srgbClr val="A4A3A4"/>
          </p15:clr>
        </p15:guide>
        <p15:guide id="24" orient="horz" pos="1920" userDrawn="1">
          <p15:clr>
            <a:srgbClr val="A4A3A4"/>
          </p15:clr>
        </p15:guide>
        <p15:guide id="25" orient="horz" pos="2256" userDrawn="1">
          <p15:clr>
            <a:srgbClr val="A4A3A4"/>
          </p15:clr>
        </p15:guide>
        <p15:guide id="26" pos="7176" userDrawn="1">
          <p15:clr>
            <a:srgbClr val="A4A3A4"/>
          </p15:clr>
        </p15:guide>
        <p15:guide id="27" orient="horz" pos="1704" userDrawn="1">
          <p15:clr>
            <a:srgbClr val="A4A3A4"/>
          </p15:clr>
        </p15:guide>
        <p15:guide id="28" pos="4176" userDrawn="1">
          <p15:clr>
            <a:srgbClr val="A4A3A4"/>
          </p15:clr>
        </p15:guide>
        <p15:guide id="29" orient="horz" pos="2592" userDrawn="1">
          <p15:clr>
            <a:srgbClr val="A4A3A4"/>
          </p15:clr>
        </p15:guide>
        <p15:guide id="30" pos="6912" userDrawn="1">
          <p15:clr>
            <a:srgbClr val="A4A3A4"/>
          </p15:clr>
        </p15:guide>
        <p15:guide id="31" pos="35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BEB2"/>
    <a:srgbClr val="753F2D"/>
    <a:srgbClr val="5E3324"/>
    <a:srgbClr val="8A4C34"/>
    <a:srgbClr val="815550"/>
    <a:srgbClr val="A3573E"/>
    <a:srgbClr val="E7E6E6"/>
    <a:srgbClr val="C28D6D"/>
    <a:srgbClr val="D2986F"/>
    <a:srgbClr val="333B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82"/>
    <p:restoredTop sz="96327"/>
  </p:normalViewPr>
  <p:slideViewPr>
    <p:cSldViewPr snapToGrid="0">
      <p:cViewPr>
        <p:scale>
          <a:sx n="100" d="100"/>
          <a:sy n="100" d="100"/>
        </p:scale>
        <p:origin x="-845" y="58"/>
      </p:cViewPr>
      <p:guideLst>
        <p:guide orient="horz" pos="1224"/>
        <p:guide pos="7368"/>
        <p:guide pos="312"/>
        <p:guide orient="horz" pos="2856"/>
        <p:guide pos="5928"/>
        <p:guide pos="6168"/>
        <p:guide pos="1512"/>
        <p:guide orient="horz" pos="264"/>
        <p:guide pos="2496"/>
        <p:guide pos="2688"/>
        <p:guide pos="4536"/>
        <p:guide pos="4008"/>
        <p:guide pos="4944"/>
        <p:guide pos="5136"/>
        <p:guide orient="horz" pos="1584"/>
        <p:guide orient="horz" pos="2736"/>
        <p:guide orient="horz" pos="3648"/>
        <p:guide orient="horz" pos="864"/>
        <p:guide orient="horz" pos="3984"/>
        <p:guide pos="456"/>
        <p:guide pos="7248"/>
        <p:guide orient="horz" pos="1920"/>
        <p:guide orient="horz" pos="2256"/>
        <p:guide pos="7176"/>
        <p:guide orient="horz" pos="1704"/>
        <p:guide pos="4176"/>
        <p:guide orient="horz" pos="2592"/>
        <p:guide pos="6912"/>
        <p:guide pos="35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theme" Target="theme/theme1.xml" /><Relationship Id="rId3" Type="http://schemas.openxmlformats.org/officeDocument/2006/relationships/customXml" Target="../customXml/item3.xml" /><Relationship Id="rId21" Type="http://schemas.microsoft.com/office/2018/10/relationships/authors" Target="authors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viewProps" Target="viewProps.xml" /><Relationship Id="rId2" Type="http://schemas.openxmlformats.org/officeDocument/2006/relationships/customXml" Target="../customXml/item2.xml" /><Relationship Id="rId16" Type="http://schemas.openxmlformats.org/officeDocument/2006/relationships/presProps" Target="presProps.xml" /><Relationship Id="rId20" Type="http://schemas.microsoft.com/office/2016/11/relationships/changesInfo" Target="changesInfos/changesInfo1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5" Type="http://schemas.openxmlformats.org/officeDocument/2006/relationships/slide" Target="slides/slide1.xml" /><Relationship Id="rId15" Type="http://schemas.openxmlformats.org/officeDocument/2006/relationships/handoutMaster" Target="handoutMasters/handoutMaster1.xml" /><Relationship Id="rId10" Type="http://schemas.openxmlformats.org/officeDocument/2006/relationships/slide" Target="slides/slide6.xml" /><Relationship Id="rId19" Type="http://schemas.openxmlformats.org/officeDocument/2006/relationships/tableStyles" Target="tableStyles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notesMaster" Target="notesMasters/notesMaster1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avedikbellam5145@gmail.com" userId="3933361b62d0c5ea" providerId="LiveId" clId="{0D4051D8-32F5-3C3D-8521-11F930051947}"/>
    <pc:docChg chg="custSel addSld delSld modSld">
      <pc:chgData name="nagavedikbellam5145@gmail.com" userId="3933361b62d0c5ea" providerId="LiveId" clId="{0D4051D8-32F5-3C3D-8521-11F930051947}" dt="2025-11-06T13:01:26.111" v="224" actId="21"/>
      <pc:docMkLst>
        <pc:docMk/>
      </pc:docMkLst>
      <pc:sldChg chg="addSp delSp modSp mod">
        <pc:chgData name="nagavedikbellam5145@gmail.com" userId="3933361b62d0c5ea" providerId="LiveId" clId="{0D4051D8-32F5-3C3D-8521-11F930051947}" dt="2025-11-06T13:01:26.111" v="224" actId="21"/>
        <pc:sldMkLst>
          <pc:docMk/>
          <pc:sldMk cId="226236345" sldId="274"/>
        </pc:sldMkLst>
        <pc:spChg chg="del">
          <ac:chgData name="nagavedikbellam5145@gmail.com" userId="3933361b62d0c5ea" providerId="LiveId" clId="{0D4051D8-32F5-3C3D-8521-11F930051947}" dt="2025-11-06T13:01:26.111" v="224" actId="21"/>
          <ac:spMkLst>
            <pc:docMk/>
            <pc:sldMk cId="226236345" sldId="274"/>
            <ac:spMk id="3" creationId="{33FB47C1-128E-60DF-5281-30C3EFCAB395}"/>
          </ac:spMkLst>
        </pc:spChg>
        <pc:spChg chg="add mod">
          <ac:chgData name="nagavedikbellam5145@gmail.com" userId="3933361b62d0c5ea" providerId="LiveId" clId="{0D4051D8-32F5-3C3D-8521-11F930051947}" dt="2025-11-06T13:01:26.111" v="224" actId="21"/>
          <ac:spMkLst>
            <pc:docMk/>
            <pc:sldMk cId="226236345" sldId="274"/>
            <ac:spMk id="5" creationId="{600EB95F-7D85-6EFE-4631-CEB86E2BA7A9}"/>
          </ac:spMkLst>
        </pc:spChg>
      </pc:sldChg>
      <pc:sldChg chg="addSp delSp modSp mod">
        <pc:chgData name="nagavedikbellam5145@gmail.com" userId="3933361b62d0c5ea" providerId="LiveId" clId="{0D4051D8-32F5-3C3D-8521-11F930051947}" dt="2025-11-06T12:52:40.471" v="176" actId="2"/>
        <pc:sldMkLst>
          <pc:docMk/>
          <pc:sldMk cId="3551793469" sldId="275"/>
        </pc:sldMkLst>
        <pc:spChg chg="del">
          <ac:chgData name="nagavedikbellam5145@gmail.com" userId="3933361b62d0c5ea" providerId="LiveId" clId="{0D4051D8-32F5-3C3D-8521-11F930051947}" dt="2025-11-06T11:59:40.399" v="1" actId="21"/>
          <ac:spMkLst>
            <pc:docMk/>
            <pc:sldMk cId="3551793469" sldId="275"/>
            <ac:spMk id="2" creationId="{4379103A-7E0F-A503-491C-874CA2A16BC0}"/>
          </ac:spMkLst>
        </pc:spChg>
        <pc:spChg chg="del">
          <ac:chgData name="nagavedikbellam5145@gmail.com" userId="3933361b62d0c5ea" providerId="LiveId" clId="{0D4051D8-32F5-3C3D-8521-11F930051947}" dt="2025-11-06T11:59:37.494" v="0" actId="21"/>
          <ac:spMkLst>
            <pc:docMk/>
            <pc:sldMk cId="3551793469" sldId="275"/>
            <ac:spMk id="5" creationId="{DA7A49E4-DCE3-62DE-B6D1-539EBFFFE689}"/>
          </ac:spMkLst>
        </pc:spChg>
        <pc:spChg chg="add mod">
          <ac:chgData name="nagavedikbellam5145@gmail.com" userId="3933361b62d0c5ea" providerId="LiveId" clId="{0D4051D8-32F5-3C3D-8521-11F930051947}" dt="2025-11-06T12:52:40.471" v="176" actId="2"/>
          <ac:spMkLst>
            <pc:docMk/>
            <pc:sldMk cId="3551793469" sldId="275"/>
            <ac:spMk id="7" creationId="{40C858B9-4013-AB17-6B8D-310F63C33EF6}"/>
          </ac:spMkLst>
        </pc:spChg>
        <pc:spChg chg="add del mod">
          <ac:chgData name="nagavedikbellam5145@gmail.com" userId="3933361b62d0c5ea" providerId="LiveId" clId="{0D4051D8-32F5-3C3D-8521-11F930051947}" dt="2025-11-06T11:59:45.869" v="2" actId="21"/>
          <ac:spMkLst>
            <pc:docMk/>
            <pc:sldMk cId="3551793469" sldId="275"/>
            <ac:spMk id="9" creationId="{2F974751-2E20-C69E-08C8-1D205FAD5E66}"/>
          </ac:spMkLst>
        </pc:spChg>
      </pc:sldChg>
      <pc:sldChg chg="addSp delSp modSp mod">
        <pc:chgData name="nagavedikbellam5145@gmail.com" userId="3933361b62d0c5ea" providerId="LiveId" clId="{0D4051D8-32F5-3C3D-8521-11F930051947}" dt="2025-11-06T13:01:10.071" v="222" actId="20577"/>
        <pc:sldMkLst>
          <pc:docMk/>
          <pc:sldMk cId="3274647172" sldId="276"/>
        </pc:sldMkLst>
        <pc:spChg chg="del">
          <ac:chgData name="nagavedikbellam5145@gmail.com" userId="3933361b62d0c5ea" providerId="LiveId" clId="{0D4051D8-32F5-3C3D-8521-11F930051947}" dt="2025-11-06T12:55:06.852" v="185" actId="21"/>
          <ac:spMkLst>
            <pc:docMk/>
            <pc:sldMk cId="3274647172" sldId="276"/>
            <ac:spMk id="2" creationId="{A0A65C01-2837-2D71-254F-BAEEC669F389}"/>
          </ac:spMkLst>
        </pc:spChg>
        <pc:spChg chg="del">
          <ac:chgData name="nagavedikbellam5145@gmail.com" userId="3933361b62d0c5ea" providerId="LiveId" clId="{0D4051D8-32F5-3C3D-8521-11F930051947}" dt="2025-11-06T12:55:15.528" v="187" actId="21"/>
          <ac:spMkLst>
            <pc:docMk/>
            <pc:sldMk cId="3274647172" sldId="276"/>
            <ac:spMk id="3" creationId="{3C23C4BE-E1DD-7EED-DB71-4D5F3B63E693}"/>
          </ac:spMkLst>
        </pc:spChg>
        <pc:spChg chg="del">
          <ac:chgData name="nagavedikbellam5145@gmail.com" userId="3933361b62d0c5ea" providerId="LiveId" clId="{0D4051D8-32F5-3C3D-8521-11F930051947}" dt="2025-11-06T12:55:17.689" v="188" actId="21"/>
          <ac:spMkLst>
            <pc:docMk/>
            <pc:sldMk cId="3274647172" sldId="276"/>
            <ac:spMk id="4" creationId="{A4168C84-B182-4E7D-56FB-01EE4B11DC8B}"/>
          </ac:spMkLst>
        </pc:spChg>
        <pc:spChg chg="del">
          <ac:chgData name="nagavedikbellam5145@gmail.com" userId="3933361b62d0c5ea" providerId="LiveId" clId="{0D4051D8-32F5-3C3D-8521-11F930051947}" dt="2025-11-06T12:55:08.777" v="186" actId="21"/>
          <ac:spMkLst>
            <pc:docMk/>
            <pc:sldMk cId="3274647172" sldId="276"/>
            <ac:spMk id="5" creationId="{43DF41ED-5729-1B31-0C04-21385523D7E1}"/>
          </ac:spMkLst>
        </pc:spChg>
        <pc:spChg chg="del">
          <ac:chgData name="nagavedikbellam5145@gmail.com" userId="3933361b62d0c5ea" providerId="LiveId" clId="{0D4051D8-32F5-3C3D-8521-11F930051947}" dt="2025-11-06T12:55:04.932" v="184" actId="21"/>
          <ac:spMkLst>
            <pc:docMk/>
            <pc:sldMk cId="3274647172" sldId="276"/>
            <ac:spMk id="6" creationId="{D180BD75-0796-C71E-07C4-224B63C0CEEF}"/>
          </ac:spMkLst>
        </pc:spChg>
        <pc:spChg chg="add mod">
          <ac:chgData name="nagavedikbellam5145@gmail.com" userId="3933361b62d0c5ea" providerId="LiveId" clId="{0D4051D8-32F5-3C3D-8521-11F930051947}" dt="2025-11-06T13:01:10.071" v="222" actId="20577"/>
          <ac:spMkLst>
            <pc:docMk/>
            <pc:sldMk cId="3274647172" sldId="276"/>
            <ac:spMk id="8" creationId="{E7306C6C-9AD4-1FFB-3E82-B37E13A51EFC}"/>
          </ac:spMkLst>
        </pc:spChg>
        <pc:spChg chg="add mod">
          <ac:chgData name="nagavedikbellam5145@gmail.com" userId="3933361b62d0c5ea" providerId="LiveId" clId="{0D4051D8-32F5-3C3D-8521-11F930051947}" dt="2025-11-06T12:57:28.650" v="200" actId="14100"/>
          <ac:spMkLst>
            <pc:docMk/>
            <pc:sldMk cId="3274647172" sldId="276"/>
            <ac:spMk id="10" creationId="{9B498304-4E70-A80F-272C-648DD083CB3B}"/>
          </ac:spMkLst>
        </pc:spChg>
        <pc:spChg chg="add del mod">
          <ac:chgData name="nagavedikbellam5145@gmail.com" userId="3933361b62d0c5ea" providerId="LiveId" clId="{0D4051D8-32F5-3C3D-8521-11F930051947}" dt="2025-11-06T12:55:46.635" v="190" actId="21"/>
          <ac:spMkLst>
            <pc:docMk/>
            <pc:sldMk cId="3274647172" sldId="276"/>
            <ac:spMk id="14" creationId="{9B6CE8DF-CD0C-BDAE-5414-DA6F89BCE298}"/>
          </ac:spMkLst>
        </pc:spChg>
        <pc:spChg chg="add del mod">
          <ac:chgData name="nagavedikbellam5145@gmail.com" userId="3933361b62d0c5ea" providerId="LiveId" clId="{0D4051D8-32F5-3C3D-8521-11F930051947}" dt="2025-11-06T12:55:44.849" v="189" actId="21"/>
          <ac:spMkLst>
            <pc:docMk/>
            <pc:sldMk cId="3274647172" sldId="276"/>
            <ac:spMk id="16" creationId="{A4070937-ABFA-54E6-C65E-7170A8E7FD6B}"/>
          </ac:spMkLst>
        </pc:spChg>
        <pc:spChg chg="add del mod">
          <ac:chgData name="nagavedikbellam5145@gmail.com" userId="3933361b62d0c5ea" providerId="LiveId" clId="{0D4051D8-32F5-3C3D-8521-11F930051947}" dt="2025-11-06T12:55:48.582" v="191" actId="21"/>
          <ac:spMkLst>
            <pc:docMk/>
            <pc:sldMk cId="3274647172" sldId="276"/>
            <ac:spMk id="18" creationId="{B5B24AB8-D2C5-71F5-7902-E6954499BF7D}"/>
          </ac:spMkLst>
        </pc:spChg>
      </pc:sldChg>
      <pc:sldChg chg="addSp delSp modSp del mod">
        <pc:chgData name="nagavedikbellam5145@gmail.com" userId="3933361b62d0c5ea" providerId="LiveId" clId="{0D4051D8-32F5-3C3D-8521-11F930051947}" dt="2025-11-06T12:09:07.305" v="34" actId="21"/>
        <pc:sldMkLst>
          <pc:docMk/>
          <pc:sldMk cId="3979194062" sldId="277"/>
        </pc:sldMkLst>
        <pc:spChg chg="del">
          <ac:chgData name="nagavedikbellam5145@gmail.com" userId="3933361b62d0c5ea" providerId="LiveId" clId="{0D4051D8-32F5-3C3D-8521-11F930051947}" dt="2025-11-06T12:09:02.482" v="33" actId="21"/>
          <ac:spMkLst>
            <pc:docMk/>
            <pc:sldMk cId="3979194062" sldId="277"/>
            <ac:spMk id="2" creationId="{A98BDE3D-CB39-03D2-545F-5283024761BD}"/>
          </ac:spMkLst>
        </pc:spChg>
        <pc:spChg chg="del">
          <ac:chgData name="nagavedikbellam5145@gmail.com" userId="3933361b62d0c5ea" providerId="LiveId" clId="{0D4051D8-32F5-3C3D-8521-11F930051947}" dt="2025-11-06T12:09:00.503" v="32" actId="21"/>
          <ac:spMkLst>
            <pc:docMk/>
            <pc:sldMk cId="3979194062" sldId="277"/>
            <ac:spMk id="3" creationId="{F02F894F-23A1-85D4-2713-57D743F8086A}"/>
          </ac:spMkLst>
        </pc:spChg>
        <pc:spChg chg="del">
          <ac:chgData name="nagavedikbellam5145@gmail.com" userId="3933361b62d0c5ea" providerId="LiveId" clId="{0D4051D8-32F5-3C3D-8521-11F930051947}" dt="2025-11-06T12:08:55.903" v="30" actId="21"/>
          <ac:spMkLst>
            <pc:docMk/>
            <pc:sldMk cId="3979194062" sldId="277"/>
            <ac:spMk id="4" creationId="{C0EF4D35-9BD6-00FC-A23D-DCE50F2F200E}"/>
          </ac:spMkLst>
        </pc:spChg>
        <pc:spChg chg="del">
          <ac:chgData name="nagavedikbellam5145@gmail.com" userId="3933361b62d0c5ea" providerId="LiveId" clId="{0D4051D8-32F5-3C3D-8521-11F930051947}" dt="2025-11-06T12:08:58.474" v="31" actId="21"/>
          <ac:spMkLst>
            <pc:docMk/>
            <pc:sldMk cId="3979194062" sldId="277"/>
            <ac:spMk id="5" creationId="{51683C73-2637-AC0E-5A6B-47B6C6CB9E2A}"/>
          </ac:spMkLst>
        </pc:spChg>
        <pc:spChg chg="del mod">
          <ac:chgData name="nagavedikbellam5145@gmail.com" userId="3933361b62d0c5ea" providerId="LiveId" clId="{0D4051D8-32F5-3C3D-8521-11F930051947}" dt="2025-11-06T12:08:53.615" v="29" actId="21"/>
          <ac:spMkLst>
            <pc:docMk/>
            <pc:sldMk cId="3979194062" sldId="277"/>
            <ac:spMk id="6" creationId="{846865D3-E9E5-FDDD-B091-FE6F9039C6EA}"/>
          </ac:spMkLst>
        </pc:spChg>
        <pc:spChg chg="add mod">
          <ac:chgData name="nagavedikbellam5145@gmail.com" userId="3933361b62d0c5ea" providerId="LiveId" clId="{0D4051D8-32F5-3C3D-8521-11F930051947}" dt="2025-11-06T12:08:53.615" v="29" actId="21"/>
          <ac:spMkLst>
            <pc:docMk/>
            <pc:sldMk cId="3979194062" sldId="277"/>
            <ac:spMk id="8" creationId="{7628EEED-52F6-4D80-1775-333C29CAFA1E}"/>
          </ac:spMkLst>
        </pc:spChg>
        <pc:spChg chg="add mod">
          <ac:chgData name="nagavedikbellam5145@gmail.com" userId="3933361b62d0c5ea" providerId="LiveId" clId="{0D4051D8-32F5-3C3D-8521-11F930051947}" dt="2025-11-06T12:08:55.903" v="30" actId="21"/>
          <ac:spMkLst>
            <pc:docMk/>
            <pc:sldMk cId="3979194062" sldId="277"/>
            <ac:spMk id="10" creationId="{4C3B4BB2-9F5A-E4EA-F35F-3ABD1D0C6E5F}"/>
          </ac:spMkLst>
        </pc:spChg>
        <pc:spChg chg="add mod">
          <ac:chgData name="nagavedikbellam5145@gmail.com" userId="3933361b62d0c5ea" providerId="LiveId" clId="{0D4051D8-32F5-3C3D-8521-11F930051947}" dt="2025-11-06T12:08:58.474" v="31" actId="21"/>
          <ac:spMkLst>
            <pc:docMk/>
            <pc:sldMk cId="3979194062" sldId="277"/>
            <ac:spMk id="14" creationId="{F0533B0E-2930-B715-0B96-7BB663A22330}"/>
          </ac:spMkLst>
        </pc:spChg>
        <pc:spChg chg="add mod">
          <ac:chgData name="nagavedikbellam5145@gmail.com" userId="3933361b62d0c5ea" providerId="LiveId" clId="{0D4051D8-32F5-3C3D-8521-11F930051947}" dt="2025-11-06T12:09:00.503" v="32" actId="21"/>
          <ac:spMkLst>
            <pc:docMk/>
            <pc:sldMk cId="3979194062" sldId="277"/>
            <ac:spMk id="16" creationId="{DE3AD261-5F91-DD06-10A5-E20074D41FD7}"/>
          </ac:spMkLst>
        </pc:spChg>
        <pc:spChg chg="add mod">
          <ac:chgData name="nagavedikbellam5145@gmail.com" userId="3933361b62d0c5ea" providerId="LiveId" clId="{0D4051D8-32F5-3C3D-8521-11F930051947}" dt="2025-11-06T12:09:02.482" v="33" actId="21"/>
          <ac:spMkLst>
            <pc:docMk/>
            <pc:sldMk cId="3979194062" sldId="277"/>
            <ac:spMk id="18" creationId="{8238778A-45C1-30D0-D55C-41B018264E05}"/>
          </ac:spMkLst>
        </pc:spChg>
      </pc:sldChg>
      <pc:sldChg chg="del">
        <pc:chgData name="nagavedikbellam5145@gmail.com" userId="3933361b62d0c5ea" providerId="LiveId" clId="{0D4051D8-32F5-3C3D-8521-11F930051947}" dt="2025-11-06T13:01:21.274" v="223" actId="21"/>
        <pc:sldMkLst>
          <pc:docMk/>
          <pc:sldMk cId="73848494" sldId="278"/>
        </pc:sldMkLst>
      </pc:sldChg>
      <pc:sldChg chg="addSp delSp modSp del mod">
        <pc:chgData name="nagavedikbellam5145@gmail.com" userId="3933361b62d0c5ea" providerId="LiveId" clId="{0D4051D8-32F5-3C3D-8521-11F930051947}" dt="2025-11-06T12:26:55.132" v="128" actId="21"/>
        <pc:sldMkLst>
          <pc:docMk/>
          <pc:sldMk cId="616355143" sldId="279"/>
        </pc:sldMkLst>
        <pc:spChg chg="del">
          <ac:chgData name="nagavedikbellam5145@gmail.com" userId="3933361b62d0c5ea" providerId="LiveId" clId="{0D4051D8-32F5-3C3D-8521-11F930051947}" dt="2025-11-06T12:25:34.466" v="122" actId="21"/>
          <ac:spMkLst>
            <pc:docMk/>
            <pc:sldMk cId="616355143" sldId="279"/>
            <ac:spMk id="2" creationId="{DB262C4D-3F97-1652-3A4A-C989986D9B65}"/>
          </ac:spMkLst>
        </pc:spChg>
        <pc:spChg chg="del">
          <ac:chgData name="nagavedikbellam5145@gmail.com" userId="3933361b62d0c5ea" providerId="LiveId" clId="{0D4051D8-32F5-3C3D-8521-11F930051947}" dt="2025-11-06T12:25:32.323" v="121" actId="21"/>
          <ac:spMkLst>
            <pc:docMk/>
            <pc:sldMk cId="616355143" sldId="279"/>
            <ac:spMk id="3" creationId="{B9136911-B582-CB5C-914D-58A0AE6AB75A}"/>
          </ac:spMkLst>
        </pc:spChg>
        <pc:spChg chg="del">
          <ac:chgData name="nagavedikbellam5145@gmail.com" userId="3933361b62d0c5ea" providerId="LiveId" clId="{0D4051D8-32F5-3C3D-8521-11F930051947}" dt="2025-11-06T12:25:40.698" v="124" actId="21"/>
          <ac:spMkLst>
            <pc:docMk/>
            <pc:sldMk cId="616355143" sldId="279"/>
            <ac:spMk id="4" creationId="{5AB49C3E-AD51-081C-CB26-BA65EB17C0A7}"/>
          </ac:spMkLst>
        </pc:spChg>
        <pc:spChg chg="del">
          <ac:chgData name="nagavedikbellam5145@gmail.com" userId="3933361b62d0c5ea" providerId="LiveId" clId="{0D4051D8-32F5-3C3D-8521-11F930051947}" dt="2025-11-06T12:25:29.838" v="120" actId="21"/>
          <ac:spMkLst>
            <pc:docMk/>
            <pc:sldMk cId="616355143" sldId="279"/>
            <ac:spMk id="5" creationId="{E194D589-C330-607E-B446-0DA52AACC4E4}"/>
          </ac:spMkLst>
        </pc:spChg>
        <pc:spChg chg="del">
          <ac:chgData name="nagavedikbellam5145@gmail.com" userId="3933361b62d0c5ea" providerId="LiveId" clId="{0D4051D8-32F5-3C3D-8521-11F930051947}" dt="2025-11-06T12:25:37.013" v="123" actId="21"/>
          <ac:spMkLst>
            <pc:docMk/>
            <pc:sldMk cId="616355143" sldId="279"/>
            <ac:spMk id="6" creationId="{7F8B4CE7-99C9-BD2D-17D0-2B34D13B367F}"/>
          </ac:spMkLst>
        </pc:spChg>
        <pc:spChg chg="add mod">
          <ac:chgData name="nagavedikbellam5145@gmail.com" userId="3933361b62d0c5ea" providerId="LiveId" clId="{0D4051D8-32F5-3C3D-8521-11F930051947}" dt="2025-11-06T12:25:29.838" v="120" actId="21"/>
          <ac:spMkLst>
            <pc:docMk/>
            <pc:sldMk cId="616355143" sldId="279"/>
            <ac:spMk id="8" creationId="{70581B38-4DC3-DA98-B719-3E3DE3C0768F}"/>
          </ac:spMkLst>
        </pc:spChg>
        <pc:spChg chg="add mod">
          <ac:chgData name="nagavedikbellam5145@gmail.com" userId="3933361b62d0c5ea" providerId="LiveId" clId="{0D4051D8-32F5-3C3D-8521-11F930051947}" dt="2025-11-06T12:25:32.323" v="121" actId="21"/>
          <ac:spMkLst>
            <pc:docMk/>
            <pc:sldMk cId="616355143" sldId="279"/>
            <ac:spMk id="10" creationId="{9156C5B7-C9F8-0E3D-E6F4-3D88AF7EA12F}"/>
          </ac:spMkLst>
        </pc:spChg>
        <pc:spChg chg="add del mod">
          <ac:chgData name="nagavedikbellam5145@gmail.com" userId="3933361b62d0c5ea" providerId="LiveId" clId="{0D4051D8-32F5-3C3D-8521-11F930051947}" dt="2025-11-06T12:26:44.919" v="126" actId="21"/>
          <ac:spMkLst>
            <pc:docMk/>
            <pc:sldMk cId="616355143" sldId="279"/>
            <ac:spMk id="14" creationId="{074A742D-BF99-912C-FD63-4460BD27EEA8}"/>
          </ac:spMkLst>
        </pc:spChg>
        <pc:spChg chg="add mod">
          <ac:chgData name="nagavedikbellam5145@gmail.com" userId="3933361b62d0c5ea" providerId="LiveId" clId="{0D4051D8-32F5-3C3D-8521-11F930051947}" dt="2025-11-06T12:25:37.013" v="123" actId="21"/>
          <ac:spMkLst>
            <pc:docMk/>
            <pc:sldMk cId="616355143" sldId="279"/>
            <ac:spMk id="16" creationId="{78F8C80C-C3E5-09E6-5DEE-B5279F62684E}"/>
          </ac:spMkLst>
        </pc:spChg>
        <pc:spChg chg="add mod">
          <ac:chgData name="nagavedikbellam5145@gmail.com" userId="3933361b62d0c5ea" providerId="LiveId" clId="{0D4051D8-32F5-3C3D-8521-11F930051947}" dt="2025-11-06T12:25:40.698" v="124" actId="21"/>
          <ac:spMkLst>
            <pc:docMk/>
            <pc:sldMk cId="616355143" sldId="279"/>
            <ac:spMk id="18" creationId="{585D2308-BECC-30AB-915F-045D250F50D3}"/>
          </ac:spMkLst>
        </pc:spChg>
        <pc:spChg chg="add del mod">
          <ac:chgData name="nagavedikbellam5145@gmail.com" userId="3933361b62d0c5ea" providerId="LiveId" clId="{0D4051D8-32F5-3C3D-8521-11F930051947}" dt="2025-11-06T12:26:48.869" v="127" actId="21"/>
          <ac:spMkLst>
            <pc:docMk/>
            <pc:sldMk cId="616355143" sldId="279"/>
            <ac:spMk id="20" creationId="{4A1960F8-5D89-6758-1F1B-9C8D4E4108B9}"/>
          </ac:spMkLst>
        </pc:spChg>
      </pc:sldChg>
      <pc:sldChg chg="addSp delSp modSp mod">
        <pc:chgData name="nagavedikbellam5145@gmail.com" userId="3933361b62d0c5ea" providerId="LiveId" clId="{0D4051D8-32F5-3C3D-8521-11F930051947}" dt="2025-11-06T13:00:41.328" v="218" actId="2"/>
        <pc:sldMkLst>
          <pc:docMk/>
          <pc:sldMk cId="4122396240" sldId="280"/>
        </pc:sldMkLst>
        <pc:spChg chg="del">
          <ac:chgData name="nagavedikbellam5145@gmail.com" userId="3933361b62d0c5ea" providerId="LiveId" clId="{0D4051D8-32F5-3C3D-8521-11F930051947}" dt="2025-11-06T12:09:46.943" v="39" actId="21"/>
          <ac:spMkLst>
            <pc:docMk/>
            <pc:sldMk cId="4122396240" sldId="280"/>
            <ac:spMk id="2" creationId="{D53393CE-9363-72CB-FD40-73A65C0DCC57}"/>
          </ac:spMkLst>
        </pc:spChg>
        <pc:spChg chg="del">
          <ac:chgData name="nagavedikbellam5145@gmail.com" userId="3933361b62d0c5ea" providerId="LiveId" clId="{0D4051D8-32F5-3C3D-8521-11F930051947}" dt="2025-11-06T12:09:12.113" v="35" actId="21"/>
          <ac:spMkLst>
            <pc:docMk/>
            <pc:sldMk cId="4122396240" sldId="280"/>
            <ac:spMk id="3" creationId="{FACB5A03-99D2-C953-F227-3E1620258992}"/>
          </ac:spMkLst>
        </pc:spChg>
        <pc:spChg chg="del">
          <ac:chgData name="nagavedikbellam5145@gmail.com" userId="3933361b62d0c5ea" providerId="LiveId" clId="{0D4051D8-32F5-3C3D-8521-11F930051947}" dt="2025-11-06T12:09:23.348" v="38" actId="21"/>
          <ac:spMkLst>
            <pc:docMk/>
            <pc:sldMk cId="4122396240" sldId="280"/>
            <ac:spMk id="4" creationId="{59013870-8786-7090-C9CF-E1E30DC7B922}"/>
          </ac:spMkLst>
        </pc:spChg>
        <pc:spChg chg="del">
          <ac:chgData name="nagavedikbellam5145@gmail.com" userId="3933361b62d0c5ea" providerId="LiveId" clId="{0D4051D8-32F5-3C3D-8521-11F930051947}" dt="2025-11-06T12:09:15.397" v="36" actId="21"/>
          <ac:spMkLst>
            <pc:docMk/>
            <pc:sldMk cId="4122396240" sldId="280"/>
            <ac:spMk id="5" creationId="{3F16C050-0EBC-234C-AB93-E7868D85A2B0}"/>
          </ac:spMkLst>
        </pc:spChg>
        <pc:spChg chg="del">
          <ac:chgData name="nagavedikbellam5145@gmail.com" userId="3933361b62d0c5ea" providerId="LiveId" clId="{0D4051D8-32F5-3C3D-8521-11F930051947}" dt="2025-11-06T12:09:17.346" v="37" actId="21"/>
          <ac:spMkLst>
            <pc:docMk/>
            <pc:sldMk cId="4122396240" sldId="280"/>
            <ac:spMk id="6" creationId="{FC51C3F1-54D5-8F63-473C-F7876B8CE120}"/>
          </ac:spMkLst>
        </pc:spChg>
        <pc:spChg chg="add mod">
          <ac:chgData name="nagavedikbellam5145@gmail.com" userId="3933361b62d0c5ea" providerId="LiveId" clId="{0D4051D8-32F5-3C3D-8521-11F930051947}" dt="2025-11-06T12:11:20.440" v="47" actId="22"/>
          <ac:spMkLst>
            <pc:docMk/>
            <pc:sldMk cId="4122396240" sldId="280"/>
            <ac:spMk id="8" creationId="{4E275FA1-96D8-FA7E-DEA5-0644E518818B}"/>
          </ac:spMkLst>
        </pc:spChg>
        <pc:spChg chg="add mod">
          <ac:chgData name="nagavedikbellam5145@gmail.com" userId="3933361b62d0c5ea" providerId="LiveId" clId="{0D4051D8-32F5-3C3D-8521-11F930051947}" dt="2025-11-06T13:00:00.195" v="212" actId="2"/>
          <ac:spMkLst>
            <pc:docMk/>
            <pc:sldMk cId="4122396240" sldId="280"/>
            <ac:spMk id="10" creationId="{6DA4939B-1DFF-C2B7-8A60-B18C3B09FAF5}"/>
          </ac:spMkLst>
        </pc:spChg>
        <pc:spChg chg="add mod">
          <ac:chgData name="nagavedikbellam5145@gmail.com" userId="3933361b62d0c5ea" providerId="LiveId" clId="{0D4051D8-32F5-3C3D-8521-11F930051947}" dt="2025-11-06T13:00:41.328" v="218" actId="2"/>
          <ac:spMkLst>
            <pc:docMk/>
            <pc:sldMk cId="4122396240" sldId="280"/>
            <ac:spMk id="14" creationId="{5DFA361F-04D0-BF6A-E5DA-38BCF0E6AB45}"/>
          </ac:spMkLst>
        </pc:spChg>
        <pc:spChg chg="add mod">
          <ac:chgData name="nagavedikbellam5145@gmail.com" userId="3933361b62d0c5ea" providerId="LiveId" clId="{0D4051D8-32F5-3C3D-8521-11F930051947}" dt="2025-11-06T12:11:50.948" v="49" actId="22"/>
          <ac:spMkLst>
            <pc:docMk/>
            <pc:sldMk cId="4122396240" sldId="280"/>
            <ac:spMk id="16" creationId="{14FF1054-A46A-64BD-D970-881CA14F2909}"/>
          </ac:spMkLst>
        </pc:spChg>
        <pc:spChg chg="add del mod">
          <ac:chgData name="nagavedikbellam5145@gmail.com" userId="3933361b62d0c5ea" providerId="LiveId" clId="{0D4051D8-32F5-3C3D-8521-11F930051947}" dt="2025-11-06T12:10:08.229" v="40" actId="21"/>
          <ac:spMkLst>
            <pc:docMk/>
            <pc:sldMk cId="4122396240" sldId="280"/>
            <ac:spMk id="18" creationId="{179214DA-4A12-6379-B275-42FB2C5F1224}"/>
          </ac:spMkLst>
        </pc:spChg>
        <pc:spChg chg="add mod">
          <ac:chgData name="nagavedikbellam5145@gmail.com" userId="3933361b62d0c5ea" providerId="LiveId" clId="{0D4051D8-32F5-3C3D-8521-11F930051947}" dt="2025-11-06T12:11:01.229" v="46" actId="1076"/>
          <ac:spMkLst>
            <pc:docMk/>
            <pc:sldMk cId="4122396240" sldId="280"/>
            <ac:spMk id="20" creationId="{BA4F0FD9-017A-3AAF-F4DD-4AA12B2AC9BF}"/>
          </ac:spMkLst>
        </pc:spChg>
        <pc:spChg chg="add del">
          <ac:chgData name="nagavedikbellam5145@gmail.com" userId="3933361b62d0c5ea" providerId="LiveId" clId="{0D4051D8-32F5-3C3D-8521-11F930051947}" dt="2025-11-06T12:10:57.372" v="45" actId="21"/>
          <ac:spMkLst>
            <pc:docMk/>
            <pc:sldMk cId="4122396240" sldId="280"/>
            <ac:spMk id="22" creationId="{9F3A3186-C914-45F3-CCE9-8481ED9D8605}"/>
          </ac:spMkLst>
        </pc:spChg>
      </pc:sldChg>
      <pc:sldChg chg="addSp delSp modSp mod">
        <pc:chgData name="nagavedikbellam5145@gmail.com" userId="3933361b62d0c5ea" providerId="LiveId" clId="{0D4051D8-32F5-3C3D-8521-11F930051947}" dt="2025-11-06T13:00:41.374" v="220" actId="2"/>
        <pc:sldMkLst>
          <pc:docMk/>
          <pc:sldMk cId="901526237" sldId="281"/>
        </pc:sldMkLst>
        <pc:spChg chg="del">
          <ac:chgData name="nagavedikbellam5145@gmail.com" userId="3933361b62d0c5ea" providerId="LiveId" clId="{0D4051D8-32F5-3C3D-8521-11F930051947}" dt="2025-11-06T12:13:42.544" v="57" actId="21"/>
          <ac:spMkLst>
            <pc:docMk/>
            <pc:sldMk cId="901526237" sldId="281"/>
            <ac:spMk id="2" creationId="{F7291133-2B2D-CB5C-25A3-A6BBC6AC48F6}"/>
          </ac:spMkLst>
        </pc:spChg>
        <pc:spChg chg="del">
          <ac:chgData name="nagavedikbellam5145@gmail.com" userId="3933361b62d0c5ea" providerId="LiveId" clId="{0D4051D8-32F5-3C3D-8521-11F930051947}" dt="2025-11-06T12:13:44.759" v="58" actId="21"/>
          <ac:spMkLst>
            <pc:docMk/>
            <pc:sldMk cId="901526237" sldId="281"/>
            <ac:spMk id="3" creationId="{330480BD-3EF5-7A7E-9E81-E73191A1D49D}"/>
          </ac:spMkLst>
        </pc:spChg>
        <pc:spChg chg="del">
          <ac:chgData name="nagavedikbellam5145@gmail.com" userId="3933361b62d0c5ea" providerId="LiveId" clId="{0D4051D8-32F5-3C3D-8521-11F930051947}" dt="2025-11-06T12:13:46.941" v="59" actId="21"/>
          <ac:spMkLst>
            <pc:docMk/>
            <pc:sldMk cId="901526237" sldId="281"/>
            <ac:spMk id="4" creationId="{C86737C8-4322-77C9-4E34-94E5EE136DBC}"/>
          </ac:spMkLst>
        </pc:spChg>
        <pc:spChg chg="del">
          <ac:chgData name="nagavedikbellam5145@gmail.com" userId="3933361b62d0c5ea" providerId="LiveId" clId="{0D4051D8-32F5-3C3D-8521-11F930051947}" dt="2025-11-06T12:13:49.241" v="60" actId="21"/>
          <ac:spMkLst>
            <pc:docMk/>
            <pc:sldMk cId="901526237" sldId="281"/>
            <ac:spMk id="5" creationId="{EEAACD48-B184-C932-E41F-216DF4C1A5BF}"/>
          </ac:spMkLst>
        </pc:spChg>
        <pc:spChg chg="add del mod">
          <ac:chgData name="nagavedikbellam5145@gmail.com" userId="3933361b62d0c5ea" providerId="LiveId" clId="{0D4051D8-32F5-3C3D-8521-11F930051947}" dt="2025-11-06T12:14:10.386" v="61" actId="21"/>
          <ac:spMkLst>
            <pc:docMk/>
            <pc:sldMk cId="901526237" sldId="281"/>
            <ac:spMk id="7" creationId="{0A65CFBB-4955-41C9-AF6E-317EAC47A3EA}"/>
          </ac:spMkLst>
        </pc:spChg>
        <pc:spChg chg="add del mod">
          <ac:chgData name="nagavedikbellam5145@gmail.com" userId="3933361b62d0c5ea" providerId="LiveId" clId="{0D4051D8-32F5-3C3D-8521-11F930051947}" dt="2025-11-06T12:14:14.118" v="62" actId="22"/>
          <ac:spMkLst>
            <pc:docMk/>
            <pc:sldMk cId="901526237" sldId="281"/>
            <ac:spMk id="9" creationId="{8E481346-3051-E023-49B1-3CCF033D4BB0}"/>
          </ac:spMkLst>
        </pc:spChg>
        <pc:spChg chg="add mod">
          <ac:chgData name="nagavedikbellam5145@gmail.com" userId="3933361b62d0c5ea" providerId="LiveId" clId="{0D4051D8-32F5-3C3D-8521-11F930051947}" dt="2025-11-06T13:00:41.374" v="220" actId="2"/>
          <ac:spMkLst>
            <pc:docMk/>
            <pc:sldMk cId="901526237" sldId="281"/>
            <ac:spMk id="13" creationId="{CADD1689-48FF-4A4C-B2CE-13CE6830CB65}"/>
          </ac:spMkLst>
        </pc:spChg>
        <pc:spChg chg="add del mod">
          <ac:chgData name="nagavedikbellam5145@gmail.com" userId="3933361b62d0c5ea" providerId="LiveId" clId="{0D4051D8-32F5-3C3D-8521-11F930051947}" dt="2025-11-06T12:14:43.642" v="68" actId="21"/>
          <ac:spMkLst>
            <pc:docMk/>
            <pc:sldMk cId="901526237" sldId="281"/>
            <ac:spMk id="15" creationId="{A72EAF1A-D15C-8D1E-A56F-DEA48F5F34FF}"/>
          </ac:spMkLst>
        </pc:spChg>
        <pc:spChg chg="add del mod">
          <ac:chgData name="nagavedikbellam5145@gmail.com" userId="3933361b62d0c5ea" providerId="LiveId" clId="{0D4051D8-32F5-3C3D-8521-11F930051947}" dt="2025-11-06T12:14:21.758" v="65" actId="22"/>
          <ac:spMkLst>
            <pc:docMk/>
            <pc:sldMk cId="901526237" sldId="281"/>
            <ac:spMk id="17" creationId="{9001F1D0-1F98-E601-DBB0-B72745998252}"/>
          </ac:spMkLst>
        </pc:spChg>
        <pc:spChg chg="add mod">
          <ac:chgData name="nagavedikbellam5145@gmail.com" userId="3933361b62d0c5ea" providerId="LiveId" clId="{0D4051D8-32F5-3C3D-8521-11F930051947}" dt="2025-11-06T12:15:43.553" v="76" actId="14100"/>
          <ac:spMkLst>
            <pc:docMk/>
            <pc:sldMk cId="901526237" sldId="281"/>
            <ac:spMk id="19" creationId="{4BDF71C4-4735-E2D5-0DED-77404D6889DD}"/>
          </ac:spMkLst>
        </pc:spChg>
      </pc:sldChg>
      <pc:sldChg chg="addSp delSp modSp mod">
        <pc:chgData name="nagavedikbellam5145@gmail.com" userId="3933361b62d0c5ea" providerId="LiveId" clId="{0D4051D8-32F5-3C3D-8521-11F930051947}" dt="2025-11-06T12:52:24.624" v="174" actId="2"/>
        <pc:sldMkLst>
          <pc:docMk/>
          <pc:sldMk cId="1125054511" sldId="282"/>
        </pc:sldMkLst>
        <pc:spChg chg="del">
          <ac:chgData name="nagavedikbellam5145@gmail.com" userId="3933361b62d0c5ea" providerId="LiveId" clId="{0D4051D8-32F5-3C3D-8521-11F930051947}" dt="2025-11-06T12:19:30.171" v="89" actId="21"/>
          <ac:spMkLst>
            <pc:docMk/>
            <pc:sldMk cId="1125054511" sldId="282"/>
            <ac:spMk id="2" creationId="{0F5010AA-DDBA-D5A2-A34D-69E21671333A}"/>
          </ac:spMkLst>
        </pc:spChg>
        <pc:spChg chg="del">
          <ac:chgData name="nagavedikbellam5145@gmail.com" userId="3933361b62d0c5ea" providerId="LiveId" clId="{0D4051D8-32F5-3C3D-8521-11F930051947}" dt="2025-11-06T12:19:59.384" v="94" actId="21"/>
          <ac:spMkLst>
            <pc:docMk/>
            <pc:sldMk cId="1125054511" sldId="282"/>
            <ac:spMk id="4" creationId="{EF31757D-D960-563E-13D7-10BC6A04122D}"/>
          </ac:spMkLst>
        </pc:spChg>
        <pc:spChg chg="del">
          <ac:chgData name="nagavedikbellam5145@gmail.com" userId="3933361b62d0c5ea" providerId="LiveId" clId="{0D4051D8-32F5-3C3D-8521-11F930051947}" dt="2025-11-06T12:19:45.002" v="92" actId="21"/>
          <ac:spMkLst>
            <pc:docMk/>
            <pc:sldMk cId="1125054511" sldId="282"/>
            <ac:spMk id="5" creationId="{11D7CDBE-3B02-5AB5-E827-307839805592}"/>
          </ac:spMkLst>
        </pc:spChg>
        <pc:spChg chg="del">
          <ac:chgData name="nagavedikbellam5145@gmail.com" userId="3933361b62d0c5ea" providerId="LiveId" clId="{0D4051D8-32F5-3C3D-8521-11F930051947}" dt="2025-11-06T12:19:32.759" v="90" actId="21"/>
          <ac:spMkLst>
            <pc:docMk/>
            <pc:sldMk cId="1125054511" sldId="282"/>
            <ac:spMk id="6" creationId="{BFE1F326-65DA-D1D2-BADE-C228E0696D1C}"/>
          </ac:spMkLst>
        </pc:spChg>
        <pc:spChg chg="del">
          <ac:chgData name="nagavedikbellam5145@gmail.com" userId="3933361b62d0c5ea" providerId="LiveId" clId="{0D4051D8-32F5-3C3D-8521-11F930051947}" dt="2025-11-06T12:19:36.958" v="91" actId="21"/>
          <ac:spMkLst>
            <pc:docMk/>
            <pc:sldMk cId="1125054511" sldId="282"/>
            <ac:spMk id="7" creationId="{3F33DEEB-3296-0AFB-2C98-5D37AC21B10C}"/>
          </ac:spMkLst>
        </pc:spChg>
        <pc:spChg chg="add mod">
          <ac:chgData name="nagavedikbellam5145@gmail.com" userId="3933361b62d0c5ea" providerId="LiveId" clId="{0D4051D8-32F5-3C3D-8521-11F930051947}" dt="2025-11-06T12:20:44.255" v="101" actId="1076"/>
          <ac:spMkLst>
            <pc:docMk/>
            <pc:sldMk cId="1125054511" sldId="282"/>
            <ac:spMk id="8" creationId="{532E00CC-94B7-EB0D-09B8-1935AA1C2111}"/>
          </ac:spMkLst>
        </pc:spChg>
        <pc:spChg chg="add mod">
          <ac:chgData name="nagavedikbellam5145@gmail.com" userId="3933361b62d0c5ea" providerId="LiveId" clId="{0D4051D8-32F5-3C3D-8521-11F930051947}" dt="2025-11-06T12:52:24.624" v="174" actId="2"/>
          <ac:spMkLst>
            <pc:docMk/>
            <pc:sldMk cId="1125054511" sldId="282"/>
            <ac:spMk id="10" creationId="{FE356347-F18D-7E3E-C1B3-5D056564B0FD}"/>
          </ac:spMkLst>
        </pc:spChg>
        <pc:spChg chg="add del mod">
          <ac:chgData name="nagavedikbellam5145@gmail.com" userId="3933361b62d0c5ea" providerId="LiveId" clId="{0D4051D8-32F5-3C3D-8521-11F930051947}" dt="2025-11-06T12:21:08.774" v="102" actId="21"/>
          <ac:spMkLst>
            <pc:docMk/>
            <pc:sldMk cId="1125054511" sldId="282"/>
            <ac:spMk id="14" creationId="{479E5625-492E-7690-BC63-B55405C38EDE}"/>
          </ac:spMkLst>
        </pc:spChg>
        <pc:spChg chg="add del mod">
          <ac:chgData name="nagavedikbellam5145@gmail.com" userId="3933361b62d0c5ea" providerId="LiveId" clId="{0D4051D8-32F5-3C3D-8521-11F930051947}" dt="2025-11-06T12:19:49.973" v="93" actId="21"/>
          <ac:spMkLst>
            <pc:docMk/>
            <pc:sldMk cId="1125054511" sldId="282"/>
            <ac:spMk id="16" creationId="{A47E07CA-DD65-7566-9356-312D845898CC}"/>
          </ac:spMkLst>
        </pc:spChg>
        <pc:spChg chg="add del mod">
          <ac:chgData name="nagavedikbellam5145@gmail.com" userId="3933361b62d0c5ea" providerId="LiveId" clId="{0D4051D8-32F5-3C3D-8521-11F930051947}" dt="2025-11-06T12:20:02.021" v="95" actId="21"/>
          <ac:spMkLst>
            <pc:docMk/>
            <pc:sldMk cId="1125054511" sldId="282"/>
            <ac:spMk id="18" creationId="{BC05D5E8-DDA2-CE75-20C7-77AB9381EF08}"/>
          </ac:spMkLst>
        </pc:spChg>
      </pc:sldChg>
      <pc:sldChg chg="addSp delSp modSp mod">
        <pc:chgData name="nagavedikbellam5145@gmail.com" userId="3933361b62d0c5ea" providerId="LiveId" clId="{0D4051D8-32F5-3C3D-8521-11F930051947}" dt="2025-11-06T12:54:25.260" v="183" actId="20577"/>
        <pc:sldMkLst>
          <pc:docMk/>
          <pc:sldMk cId="476614979" sldId="283"/>
        </pc:sldMkLst>
        <pc:spChg chg="del">
          <ac:chgData name="nagavedikbellam5145@gmail.com" userId="3933361b62d0c5ea" providerId="LiveId" clId="{0D4051D8-32F5-3C3D-8521-11F930051947}" dt="2025-11-06T12:27:00.068" v="129" actId="21"/>
          <ac:spMkLst>
            <pc:docMk/>
            <pc:sldMk cId="476614979" sldId="283"/>
            <ac:spMk id="4" creationId="{62C85805-79DB-07ED-6BDE-11B8962D463A}"/>
          </ac:spMkLst>
        </pc:spChg>
        <pc:spChg chg="del">
          <ac:chgData name="nagavedikbellam5145@gmail.com" userId="3933361b62d0c5ea" providerId="LiveId" clId="{0D4051D8-32F5-3C3D-8521-11F930051947}" dt="2025-11-06T12:27:11.802" v="133" actId="21"/>
          <ac:spMkLst>
            <pc:docMk/>
            <pc:sldMk cId="476614979" sldId="283"/>
            <ac:spMk id="5" creationId="{6D4C7CBA-BE77-048A-DED3-BCCB5936C564}"/>
          </ac:spMkLst>
        </pc:spChg>
        <pc:spChg chg="add mod">
          <ac:chgData name="nagavedikbellam5145@gmail.com" userId="3933361b62d0c5ea" providerId="LiveId" clId="{0D4051D8-32F5-3C3D-8521-11F930051947}" dt="2025-11-06T12:54:25.260" v="183" actId="20577"/>
          <ac:spMkLst>
            <pc:docMk/>
            <pc:sldMk cId="476614979" sldId="283"/>
            <ac:spMk id="5" creationId="{DDF8D8D5-EC2F-4F7D-EAC9-5E2BEC4D6914}"/>
          </ac:spMkLst>
        </pc:spChg>
        <pc:spChg chg="del">
          <ac:chgData name="nagavedikbellam5145@gmail.com" userId="3933361b62d0c5ea" providerId="LiveId" clId="{0D4051D8-32F5-3C3D-8521-11F930051947}" dt="2025-11-06T12:27:09.102" v="132" actId="21"/>
          <ac:spMkLst>
            <pc:docMk/>
            <pc:sldMk cId="476614979" sldId="283"/>
            <ac:spMk id="6" creationId="{19E02B69-8EDA-C137-FEEF-12D4F89D01CD}"/>
          </ac:spMkLst>
        </pc:spChg>
        <pc:spChg chg="del">
          <ac:chgData name="nagavedikbellam5145@gmail.com" userId="3933361b62d0c5ea" providerId="LiveId" clId="{0D4051D8-32F5-3C3D-8521-11F930051947}" dt="2025-11-06T12:27:15.518" v="134" actId="21"/>
          <ac:spMkLst>
            <pc:docMk/>
            <pc:sldMk cId="476614979" sldId="283"/>
            <ac:spMk id="7" creationId="{2749D3A3-A012-454F-EFFD-30D72C9C8AE7}"/>
          </ac:spMkLst>
        </pc:spChg>
        <pc:spChg chg="del">
          <ac:chgData name="nagavedikbellam5145@gmail.com" userId="3933361b62d0c5ea" providerId="LiveId" clId="{0D4051D8-32F5-3C3D-8521-11F930051947}" dt="2025-11-06T12:27:06.416" v="131" actId="21"/>
          <ac:spMkLst>
            <pc:docMk/>
            <pc:sldMk cId="476614979" sldId="283"/>
            <ac:spMk id="8" creationId="{D89074EA-C6FF-2A59-04ED-55D899CA3454}"/>
          </ac:spMkLst>
        </pc:spChg>
        <pc:spChg chg="del">
          <ac:chgData name="nagavedikbellam5145@gmail.com" userId="3933361b62d0c5ea" providerId="LiveId" clId="{0D4051D8-32F5-3C3D-8521-11F930051947}" dt="2025-11-06T12:27:18.066" v="135" actId="21"/>
          <ac:spMkLst>
            <pc:docMk/>
            <pc:sldMk cId="476614979" sldId="283"/>
            <ac:spMk id="9" creationId="{2F6D1492-6808-B064-1F4E-6B49A77CEAE9}"/>
          </ac:spMkLst>
        </pc:spChg>
        <pc:spChg chg="del">
          <ac:chgData name="nagavedikbellam5145@gmail.com" userId="3933361b62d0c5ea" providerId="LiveId" clId="{0D4051D8-32F5-3C3D-8521-11F930051947}" dt="2025-11-06T12:27:03.522" v="130" actId="21"/>
          <ac:spMkLst>
            <pc:docMk/>
            <pc:sldMk cId="476614979" sldId="283"/>
            <ac:spMk id="10" creationId="{A4B14CB4-1193-ED18-7BAA-87DF524040D5}"/>
          </ac:spMkLst>
        </pc:spChg>
        <pc:spChg chg="add mod">
          <ac:chgData name="nagavedikbellam5145@gmail.com" userId="3933361b62d0c5ea" providerId="LiveId" clId="{0D4051D8-32F5-3C3D-8521-11F930051947}" dt="2025-11-06T12:49:34.440" v="146" actId="2"/>
          <ac:spMkLst>
            <pc:docMk/>
            <pc:sldMk cId="476614979" sldId="283"/>
            <ac:spMk id="12" creationId="{23304A13-7AD1-01E0-DF18-01AE0222AFC5}"/>
          </ac:spMkLst>
        </pc:spChg>
        <pc:spChg chg="add del mod">
          <ac:chgData name="nagavedikbellam5145@gmail.com" userId="3933361b62d0c5ea" providerId="LiveId" clId="{0D4051D8-32F5-3C3D-8521-11F930051947}" dt="2025-11-06T12:27:35.993" v="140" actId="21"/>
          <ac:spMkLst>
            <pc:docMk/>
            <pc:sldMk cId="476614979" sldId="283"/>
            <ac:spMk id="14" creationId="{613D7C65-6E5A-966D-8FD2-962ABF7A2F8B}"/>
          </ac:spMkLst>
        </pc:spChg>
        <pc:spChg chg="add del mod">
          <ac:chgData name="nagavedikbellam5145@gmail.com" userId="3933361b62d0c5ea" providerId="LiveId" clId="{0D4051D8-32F5-3C3D-8521-11F930051947}" dt="2025-11-06T12:27:27.218" v="138" actId="21"/>
          <ac:spMkLst>
            <pc:docMk/>
            <pc:sldMk cId="476614979" sldId="283"/>
            <ac:spMk id="16" creationId="{1711B2A7-1374-ADC9-778E-F8A180152C26}"/>
          </ac:spMkLst>
        </pc:spChg>
        <pc:spChg chg="add del mod">
          <ac:chgData name="nagavedikbellam5145@gmail.com" userId="3933361b62d0c5ea" providerId="LiveId" clId="{0D4051D8-32F5-3C3D-8521-11F930051947}" dt="2025-11-06T12:27:21.475" v="136" actId="21"/>
          <ac:spMkLst>
            <pc:docMk/>
            <pc:sldMk cId="476614979" sldId="283"/>
            <ac:spMk id="18" creationId="{71AA40A8-64B9-D31A-9A51-30D598A3B142}"/>
          </ac:spMkLst>
        </pc:spChg>
        <pc:spChg chg="add del mod">
          <ac:chgData name="nagavedikbellam5145@gmail.com" userId="3933361b62d0c5ea" providerId="LiveId" clId="{0D4051D8-32F5-3C3D-8521-11F930051947}" dt="2025-11-06T12:27:24.767" v="137" actId="21"/>
          <ac:spMkLst>
            <pc:docMk/>
            <pc:sldMk cId="476614979" sldId="283"/>
            <ac:spMk id="20" creationId="{813481EB-5EFB-C7E3-691C-14E36DB78C95}"/>
          </ac:spMkLst>
        </pc:spChg>
        <pc:spChg chg="add del mod">
          <ac:chgData name="nagavedikbellam5145@gmail.com" userId="3933361b62d0c5ea" providerId="LiveId" clId="{0D4051D8-32F5-3C3D-8521-11F930051947}" dt="2025-11-06T12:27:29.845" v="139" actId="21"/>
          <ac:spMkLst>
            <pc:docMk/>
            <pc:sldMk cId="476614979" sldId="283"/>
            <ac:spMk id="22" creationId="{A53AD1C4-B45B-7549-CB3C-330CCCFDDEDE}"/>
          </ac:spMkLst>
        </pc:spChg>
        <pc:spChg chg="add del mod">
          <ac:chgData name="nagavedikbellam5145@gmail.com" userId="3933361b62d0c5ea" providerId="LiveId" clId="{0D4051D8-32F5-3C3D-8521-11F930051947}" dt="2025-11-06T12:50:23.263" v="151" actId="21"/>
          <ac:spMkLst>
            <pc:docMk/>
            <pc:sldMk cId="476614979" sldId="283"/>
            <ac:spMk id="24" creationId="{17D99D24-EF22-1EE5-29BC-0626EB710123}"/>
          </ac:spMkLst>
        </pc:spChg>
      </pc:sldChg>
      <pc:sldChg chg="delSp modSp new mod">
        <pc:chgData name="nagavedikbellam5145@gmail.com" userId="3933361b62d0c5ea" providerId="LiveId" clId="{0D4051D8-32F5-3C3D-8521-11F930051947}" dt="2025-11-06T12:52:24.582" v="173" actId="2"/>
        <pc:sldMkLst>
          <pc:docMk/>
          <pc:sldMk cId="1719381565" sldId="284"/>
        </pc:sldMkLst>
        <pc:spChg chg="del">
          <ac:chgData name="nagavedikbellam5145@gmail.com" userId="3933361b62d0c5ea" providerId="LiveId" clId="{0D4051D8-32F5-3C3D-8521-11F930051947}" dt="2025-11-06T12:12:31.924" v="52" actId="21"/>
          <ac:spMkLst>
            <pc:docMk/>
            <pc:sldMk cId="1719381565" sldId="284"/>
            <ac:spMk id="4" creationId="{B73B8EEC-887E-ED50-49E2-94B285C4358A}"/>
          </ac:spMkLst>
        </pc:spChg>
        <pc:spChg chg="mod">
          <ac:chgData name="nagavedikbellam5145@gmail.com" userId="3933361b62d0c5ea" providerId="LiveId" clId="{0D4051D8-32F5-3C3D-8521-11F930051947}" dt="2025-11-06T12:12:48.252" v="53" actId="22"/>
          <ac:spMkLst>
            <pc:docMk/>
            <pc:sldMk cId="1719381565" sldId="284"/>
            <ac:spMk id="5" creationId="{E5F0ED81-9F53-489C-8E6F-6DC5B7199A05}"/>
          </ac:spMkLst>
        </pc:spChg>
        <pc:spChg chg="mod">
          <ac:chgData name="nagavedikbellam5145@gmail.com" userId="3933361b62d0c5ea" providerId="LiveId" clId="{0D4051D8-32F5-3C3D-8521-11F930051947}" dt="2025-11-06T12:13:13.204" v="55" actId="22"/>
          <ac:spMkLst>
            <pc:docMk/>
            <pc:sldMk cId="1719381565" sldId="284"/>
            <ac:spMk id="6" creationId="{B7ABFF95-00EE-7AAD-2C0F-D46B61C35AEA}"/>
          </ac:spMkLst>
        </pc:spChg>
        <pc:spChg chg="mod">
          <ac:chgData name="nagavedikbellam5145@gmail.com" userId="3933361b62d0c5ea" providerId="LiveId" clId="{0D4051D8-32F5-3C3D-8521-11F930051947}" dt="2025-11-06T12:51:19.753" v="164" actId="2"/>
          <ac:spMkLst>
            <pc:docMk/>
            <pc:sldMk cId="1719381565" sldId="284"/>
            <ac:spMk id="7" creationId="{284F9CC8-117D-B0F0-E5D0-A4CC912772CB}"/>
          </ac:spMkLst>
        </pc:spChg>
        <pc:spChg chg="mod">
          <ac:chgData name="nagavedikbellam5145@gmail.com" userId="3933361b62d0c5ea" providerId="LiveId" clId="{0D4051D8-32F5-3C3D-8521-11F930051947}" dt="2025-11-06T12:52:24.582" v="173" actId="2"/>
          <ac:spMkLst>
            <pc:docMk/>
            <pc:sldMk cId="1719381565" sldId="284"/>
            <ac:spMk id="8" creationId="{3C3DC709-1447-C5C9-BC72-0BE43FDCA92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8B30D67-EB7C-4323-A6AB-20071C4FCC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26DD94-0E47-FE33-5C0F-9E497B99BE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33F7E-3633-4FA3-974D-CA21FB24834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36FF0-1B83-FCD7-197D-6F6CBEA8FE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A88305-7C09-5A95-A84B-C7CEA8D00F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82836-E43C-41FF-A11B-3D8AB6E68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817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5F7B4-7442-4021-9F1E-8BC3C363C892}" type="datetimeFigureOut">
              <a:rPr lang="en-US" noProof="0" smtClean="0"/>
              <a:t>11/6/2025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DE012-9E2E-4477-8B5C-4E7D4E9BCBA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3938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92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32439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B8029-33F3-9414-AD10-00871D91A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7712" y="1408176"/>
            <a:ext cx="6400800" cy="2387600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2B008-64B6-378D-9C5D-DCC8DFEBC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7912" y="5047488"/>
            <a:ext cx="5486400" cy="384048"/>
          </a:xfrm>
        </p:spPr>
        <p:txBody>
          <a:bodyPr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444BA9-47A2-8EBA-F11F-AF833CBC1FB6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7C7E957-5A54-C6BB-DBCA-B0A579E99122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5792F5-3B57-83E5-2E85-1B67A64BF570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063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03BBE-23DC-E951-32B6-0E91B8089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836A-7452-872A-28D0-081C1338D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6" y="2953512"/>
            <a:ext cx="7470648" cy="32965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None/>
              <a:defRPr sz="22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600" i="1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39F35-2573-69E0-B17D-B4B0F85C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5CE41-241D-72CD-1C8F-006A477B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789DD7-8E5F-BCF6-7A1E-0AC33BD880AC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10F86C-F479-AC03-216E-DD60112AC854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02E8F6-3623-48C2-4F02-9472E2977FB8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8269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39D39-DAD0-D550-D3C7-42F702A78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992" y="1709738"/>
            <a:ext cx="7290458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54DFA-4C17-2AA0-0E19-8D452B73A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6992" y="4589463"/>
            <a:ext cx="72904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8D5DED-A875-4BFE-015E-C29679EC468C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ED54A14-B37E-AA5D-2F7D-4530DEF3C34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611F7DB-0F8D-8E5A-0137-AD5E5B20C351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2271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882412-D2D4-9CF0-CD39-2EAE79B8A310}"/>
              </a:ext>
            </a:extLst>
          </p:cNvPr>
          <p:cNvCxnSpPr>
            <a:cxnSpLocks/>
          </p:cNvCxnSpPr>
          <p:nvPr userDrawn="1"/>
        </p:nvCxnSpPr>
        <p:spPr>
          <a:xfrm>
            <a:off x="4267200" y="2523744"/>
            <a:ext cx="7924800" cy="883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29B6F2-011B-853F-5BA1-FA1722B6E1C8}"/>
              </a:ext>
            </a:extLst>
          </p:cNvPr>
          <p:cNvCxnSpPr>
            <a:cxnSpLocks/>
          </p:cNvCxnSpPr>
          <p:nvPr userDrawn="1"/>
        </p:nvCxnSpPr>
        <p:spPr>
          <a:xfrm>
            <a:off x="723384" y="2523744"/>
            <a:ext cx="3543816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961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ligh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ED40495-D9DB-AA87-4474-68DA5D8CA88C}"/>
              </a:ext>
            </a:extLst>
          </p:cNvPr>
          <p:cNvGrpSpPr/>
          <p:nvPr userDrawn="1"/>
        </p:nvGrpSpPr>
        <p:grpSpPr>
          <a:xfrm rot="10800000">
            <a:off x="726958" y="2521655"/>
            <a:ext cx="11480808" cy="1"/>
            <a:chOff x="2077471" y="5539116"/>
            <a:chExt cx="11480808" cy="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15A6649-BE77-6F3F-DF74-0045E0AC6025}"/>
                </a:ext>
              </a:extLst>
            </p:cNvPr>
            <p:cNvCxnSpPr>
              <a:cxnSpLocks/>
            </p:cNvCxnSpPr>
            <p:nvPr/>
          </p:nvCxnSpPr>
          <p:spPr>
            <a:xfrm>
              <a:off x="2077471" y="5539116"/>
              <a:ext cx="4755396" cy="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EF33DD1-C51F-9BE1-2F97-D4025B3E653D}"/>
                </a:ext>
              </a:extLst>
            </p:cNvPr>
            <p:cNvCxnSpPr>
              <a:cxnSpLocks/>
            </p:cNvCxnSpPr>
            <p:nvPr/>
          </p:nvCxnSpPr>
          <p:spPr>
            <a:xfrm>
              <a:off x="6816103" y="5539117"/>
              <a:ext cx="6742176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587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 ba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966E69F-7113-AC99-F7E1-A44B7D64DEF3}"/>
              </a:ext>
            </a:extLst>
          </p:cNvPr>
          <p:cNvSpPr/>
          <p:nvPr userDrawn="1"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348386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8CCEDA-D691-A48A-BAAF-D004EBE38E55}"/>
              </a:ext>
            </a:extLst>
          </p:cNvPr>
          <p:cNvGrpSpPr/>
          <p:nvPr userDrawn="1"/>
        </p:nvGrpSpPr>
        <p:grpSpPr>
          <a:xfrm rot="16200000" flipV="1">
            <a:off x="8764091" y="3943349"/>
            <a:ext cx="5829301" cy="0"/>
            <a:chOff x="2287349" y="55407920"/>
            <a:chExt cx="11160369" cy="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605A0EB-A31A-D2D4-5671-D1F763493E1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34529" y="51760740"/>
              <a:ext cx="0" cy="729436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FEFE03D-E00E-B4FD-6765-44E55D5FA21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514714" y="53474916"/>
              <a:ext cx="0" cy="3866008"/>
            </a:xfrm>
            <a:prstGeom prst="line">
              <a:avLst/>
            </a:prstGeom>
            <a:ln w="444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6280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on the lef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5A1967-7F8F-319E-2E67-BD9E4F074B05}"/>
              </a:ext>
            </a:extLst>
          </p:cNvPr>
          <p:cNvSpPr/>
          <p:nvPr userDrawn="1"/>
        </p:nvSpPr>
        <p:spPr>
          <a:xfrm>
            <a:off x="8115301" y="0"/>
            <a:ext cx="40766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>
              <a:solidFill>
                <a:schemeClr val="bg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2425424-7549-BE00-EA05-384DBD00F3B2}"/>
              </a:ext>
            </a:extLst>
          </p:cNvPr>
          <p:cNvGrpSpPr/>
          <p:nvPr userDrawn="1"/>
        </p:nvGrpSpPr>
        <p:grpSpPr>
          <a:xfrm>
            <a:off x="6317679" y="4564864"/>
            <a:ext cx="5858373" cy="385"/>
            <a:chOff x="5440605" y="5540787"/>
            <a:chExt cx="5858373" cy="385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D88329B-DC1A-F93F-7A3A-84FDE2989BB6}"/>
                </a:ext>
              </a:extLst>
            </p:cNvPr>
            <p:cNvCxnSpPr>
              <a:cxnSpLocks/>
            </p:cNvCxnSpPr>
            <p:nvPr/>
          </p:nvCxnSpPr>
          <p:spPr>
            <a:xfrm>
              <a:off x="5440605" y="5541172"/>
              <a:ext cx="1797621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7690B71-E252-7020-6DC7-F643767B2B78}"/>
                </a:ext>
              </a:extLst>
            </p:cNvPr>
            <p:cNvCxnSpPr>
              <a:cxnSpLocks/>
            </p:cNvCxnSpPr>
            <p:nvPr/>
          </p:nvCxnSpPr>
          <p:spPr>
            <a:xfrm>
              <a:off x="7237724" y="5540787"/>
              <a:ext cx="406125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0" y="2514600"/>
            <a:ext cx="4846320" cy="1682749"/>
          </a:xfrm>
        </p:spPr>
        <p:txBody>
          <a:bodyPr/>
          <a:lstStyle>
            <a:lvl1pPr>
              <a:lnSpc>
                <a:spcPct val="10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936" y="358444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5760" y="4123944"/>
            <a:ext cx="4754880" cy="941831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3287C28-1CA8-AEA5-1E16-BC0B1E99CD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936" y="5065776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19920C32-5167-72B1-7B9E-709723F907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5760" y="5605272"/>
            <a:ext cx="4754880" cy="1143254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7598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5F7D9D8-A960-E038-84D2-764C7A50F698}"/>
              </a:ext>
            </a:extLst>
          </p:cNvPr>
          <p:cNvSpPr/>
          <p:nvPr userDrawn="1"/>
        </p:nvSpPr>
        <p:spPr>
          <a:xfrm>
            <a:off x="-12700" y="858"/>
            <a:ext cx="3060700" cy="68571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8932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89320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0DF3371-342F-C17D-5A7F-EF76E89A55C5}"/>
              </a:ext>
            </a:extLst>
          </p:cNvPr>
          <p:cNvGrpSpPr/>
          <p:nvPr userDrawn="1"/>
        </p:nvGrpSpPr>
        <p:grpSpPr>
          <a:xfrm>
            <a:off x="-11882" y="3045007"/>
            <a:ext cx="4279082" cy="364"/>
            <a:chOff x="5475479" y="5537794"/>
            <a:chExt cx="4279082" cy="36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4369914-5489-3EA1-5419-F83F6C7A150D}"/>
                </a:ext>
              </a:extLst>
            </p:cNvPr>
            <p:cNvCxnSpPr>
              <a:cxnSpLocks/>
            </p:cNvCxnSpPr>
            <p:nvPr/>
          </p:nvCxnSpPr>
          <p:spPr>
            <a:xfrm>
              <a:off x="5475479" y="5537976"/>
              <a:ext cx="30607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BDE23CC-0B75-F3A6-1882-265BF90D4A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7690" y="5537794"/>
              <a:ext cx="1216871" cy="364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0977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749AEB6-4539-A203-D085-8EBE329C08E0}"/>
              </a:ext>
            </a:extLst>
          </p:cNvPr>
          <p:cNvSpPr/>
          <p:nvPr userDrawn="1"/>
        </p:nvSpPr>
        <p:spPr>
          <a:xfrm>
            <a:off x="3962399" y="858"/>
            <a:ext cx="8271641" cy="685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35331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71032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1032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78A0CF-0A37-4436-67C4-B32FD7703E96}"/>
              </a:ext>
            </a:extLst>
          </p:cNvPr>
          <p:cNvGrpSpPr/>
          <p:nvPr userDrawn="1"/>
        </p:nvGrpSpPr>
        <p:grpSpPr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FC6D8A4-CA31-16C2-95B7-B98F65F29A69}"/>
                </a:ext>
              </a:extLst>
            </p:cNvPr>
            <p:cNvCxnSpPr>
              <a:cxnSpLocks/>
            </p:cNvCxnSpPr>
            <p:nvPr/>
          </p:nvCxnSpPr>
          <p:spPr>
            <a:xfrm>
              <a:off x="5464255" y="5541151"/>
              <a:ext cx="3991534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2097A8D-64FC-CDBD-4497-5E32BC6AF9C2}"/>
                </a:ext>
              </a:extLst>
            </p:cNvPr>
            <p:cNvCxnSpPr>
              <a:cxnSpLocks/>
            </p:cNvCxnSpPr>
            <p:nvPr/>
          </p:nvCxnSpPr>
          <p:spPr>
            <a:xfrm>
              <a:off x="9454487" y="5541151"/>
              <a:ext cx="16764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19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2784B99-8374-AA22-4161-578F9BF77E2B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0F45B19-145D-7398-7A64-A88B28251AAD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029EB3C-D7BA-1FCE-3158-8F1116C6F5BE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22576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22576" y="444398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20824" y="3401568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0824" y="4901184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8902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871708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PK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425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5072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221A12-8B19-605A-2244-2D732269C955}"/>
              </a:ext>
            </a:extLst>
          </p:cNvPr>
          <p:cNvGrpSpPr/>
          <p:nvPr userDrawn="1"/>
        </p:nvGrpSpPr>
        <p:grpSpPr>
          <a:xfrm>
            <a:off x="716788" y="2527173"/>
            <a:ext cx="10758424" cy="1564"/>
            <a:chOff x="2792270" y="5541172"/>
            <a:chExt cx="11391900" cy="15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86C500B-5A93-298F-7CEF-ED445452E460}"/>
                </a:ext>
              </a:extLst>
            </p:cNvPr>
            <p:cNvCxnSpPr>
              <a:cxnSpLocks/>
            </p:cNvCxnSpPr>
            <p:nvPr/>
          </p:nvCxnSpPr>
          <p:spPr>
            <a:xfrm>
              <a:off x="2792270" y="5541172"/>
              <a:ext cx="676046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7A559BC-EF4A-29D4-CF56-6425516A5D91}"/>
                </a:ext>
              </a:extLst>
            </p:cNvPr>
            <p:cNvCxnSpPr>
              <a:cxnSpLocks/>
            </p:cNvCxnSpPr>
            <p:nvPr/>
          </p:nvCxnSpPr>
          <p:spPr>
            <a:xfrm>
              <a:off x="9552734" y="5541330"/>
              <a:ext cx="4631436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2D34186-8505-57AE-F518-0C83BF1C06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6617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ABE767DA-9D93-94AD-D34D-2B8A51A766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73568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81475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E86B75-C16C-C033-D27D-FF84EFB71131}"/>
              </a:ext>
            </a:extLst>
          </p:cNvPr>
          <p:cNvSpPr/>
          <p:nvPr userDrawn="1"/>
        </p:nvSpPr>
        <p:spPr>
          <a:xfrm>
            <a:off x="0" y="0"/>
            <a:ext cx="100203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31443F-EAC2-06D1-A3D1-D73510EA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432" y="1426464"/>
            <a:ext cx="6675120" cy="1702816"/>
          </a:xfrm>
        </p:spPr>
        <p:txBody>
          <a:bodyPr anchor="t"/>
          <a:lstStyle>
            <a:lvl1pPr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0535FC-1B0E-C4EB-FE55-190522219FEA}"/>
              </a:ext>
            </a:extLst>
          </p:cNvPr>
          <p:cNvGrpSpPr/>
          <p:nvPr userDrawn="1"/>
        </p:nvGrpSpPr>
        <p:grpSpPr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CA6B206-18E0-06D2-958F-E859A1428A5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7385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447EEA7-F856-F6C0-18DD-5D37FD51D45B}"/>
                </a:ext>
              </a:extLst>
            </p:cNvPr>
            <p:cNvCxnSpPr>
              <a:cxnSpLocks/>
            </p:cNvCxnSpPr>
            <p:nvPr/>
          </p:nvCxnSpPr>
          <p:spPr>
            <a:xfrm>
              <a:off x="9774567" y="5537385"/>
              <a:ext cx="217170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C909AE-4D54-F197-103E-29E9C2597F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7056" y="3383280"/>
            <a:ext cx="4754880" cy="2057400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0" indent="0">
              <a:lnSpc>
                <a:spcPct val="15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25968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C28C00-D101-DFF8-7E0A-1AEBF0DBE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C5F1F-F8B7-6C5F-6A7F-5F8F6128A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9287E-E726-E0E6-2871-FE77159B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0592E8-155C-36FA-DA0A-52B23CE8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763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64B432-06C2-E932-E96F-67CECC2E9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F3471-B7F6-01DB-D712-136C1626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05956-4CA5-988F-7C93-317A88D1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56146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B670E-478C-D301-FCE5-E83002469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B16CD-30BD-156F-11B4-9CF89A064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C54B0-9878-1911-8DE9-EC464D202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493B1-79A4-1FA9-B462-853856DE8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7EEE8-8F1E-8F14-E2ED-333A1FF2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FABEB-B6B7-2591-AE85-265A3F87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62309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52A6A-C17E-2616-3199-C8D78E7EE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705714-E101-08DD-6A13-D561A3EC2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ECB26-D659-5BC3-C669-1B45225D2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64F27-6C3B-1E36-B1DC-ECB72DCF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595AB-D292-D355-47CD-748C160B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CEE5F-F44A-DD2C-EEC3-D4C76B69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52938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6BC278-3A9A-4241-1DE5-469D2AB5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5E58-5605-E2B6-AEBE-7EF159AAD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1D507-72FD-CB53-B342-C69D562AF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3E9A7-861F-C5C4-DD4E-37AC66D86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1480" y="301752"/>
            <a:ext cx="182880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7A1DC-56B8-6C78-5020-E45478D09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506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1" r:id="rId3"/>
    <p:sldLayoutId id="2147483660" r:id="rId4"/>
    <p:sldLayoutId id="2147483661" r:id="rId5"/>
    <p:sldLayoutId id="2147483665" r:id="rId6"/>
    <p:sldLayoutId id="2147483662" r:id="rId7"/>
    <p:sldLayoutId id="2147483664" r:id="rId8"/>
    <p:sldLayoutId id="2147483663" r:id="rId9"/>
    <p:sldLayoutId id="2147483652" r:id="rId10"/>
    <p:sldLayoutId id="2147483666" r:id="rId11"/>
    <p:sldLayoutId id="2147483658" r:id="rId12"/>
    <p:sldLayoutId id="2147483654" r:id="rId13"/>
    <p:sldLayoutId id="2147483655" r:id="rId14"/>
    <p:sldLayoutId id="2147483656" r:id="rId15"/>
    <p:sldLayoutId id="2147483657" r:id="rId1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04B07C7A-8E1D-7BF7-31C8-5C68C6D2F9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PROGRESS REPORT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EF3A7BFE-9123-98C4-791C-9A3FE773CF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Mirjam Nilsson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6310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79730E-E638-275F-6C74-85FDCE30C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85CC1-CC9E-26A5-C05A-E64ABEDD9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0C858B9-4013-AB17-6B8D-310F63C33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6" y="1385455"/>
            <a:ext cx="7470648" cy="5192441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/>
              <a:t>Illustrate attributes for Devices, Farmers, Fields, and Usage. Identify primary keys for Devices, Farmers, and Fields..(L: Understand)
 Retrieve names of farmers who have consumed more than 10,000 liters of water using devices.         (L: Apply)</a:t>
            </a:r>
          </a:p>
          <a:p>
            <a:pPr marL="457200" indent="-457200">
              <a:buAutoNum type="arabicPeriod"/>
            </a:pPr>
            <a:r>
              <a:rPr lang="en-US" dirty="0"/>
              <a:t> Create a trigger to automatically turn off a device if it has been operating for more than 6 hours.          (L: Apply)
 Identify FDs in Usage(UsageID, DeviceID, Farmer ID, StartTime, EndTime, WaterConsumed). Check if the relation is in 3NF. If not, explain and normalize. (L: Analyze)</a:t>
            </a:r>
          </a:p>
        </p:txBody>
      </p:sp>
    </p:spTree>
    <p:extLst>
      <p:ext uri="{BB962C8B-B14F-4D97-AF65-F5344CB8AC3E}">
        <p14:creationId xmlns:p14="http://schemas.microsoft.com/office/powerpoint/2010/main" val="3551793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D74F0DD-9277-50B0-68E1-220BA834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B0BAE21-4E4A-BE6E-EE84-D535446B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E275FA1-96D8-FA7E-DEA5-0644E51881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Devices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A4939B-1DFF-C2B7-8A60-B18C3B09FA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Attributes: DeviceID (Primary Key), DeviceType, </a:t>
            </a:r>
            <a:r>
              <a:rPr lang="en-US" dirty="0" err="1"/>
              <a:t>ModelNumber</a:t>
            </a:r>
            <a:r>
              <a:rPr lang="en-US" dirty="0"/>
              <a:t>, </a:t>
            </a:r>
            <a:r>
              <a:rPr lang="en-US" dirty="0" err="1"/>
              <a:t>PurchaseDate</a:t>
            </a:r>
            <a:r>
              <a:rPr lang="en-US" dirty="0"/>
              <a:t>, </a:t>
            </a:r>
            <a:r>
              <a:rPr lang="en-US" dirty="0" err="1"/>
              <a:t>StatusPrimary</a:t>
            </a:r>
            <a:r>
              <a:rPr lang="en-US" dirty="0"/>
              <a:t> Key: DeviceID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DFA361F-04D0-BF6A-E5DA-38BCF0E6AB4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Attributes: FarmerID (Primary Key), FarmerName, Address, </a:t>
            </a:r>
            <a:r>
              <a:rPr lang="en-US" dirty="0" err="1"/>
              <a:t>ContactNumber</a:t>
            </a:r>
            <a:r>
              <a:rPr lang="en-US" dirty="0"/>
              <a:t>, </a:t>
            </a:r>
            <a:r>
              <a:rPr lang="en-US" dirty="0" err="1"/>
              <a:t>FarmSizePrimary</a:t>
            </a:r>
            <a:r>
              <a:rPr lang="en-US" dirty="0"/>
              <a:t> Key: FarmerID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4FF1054-A46A-64BD-D970-881CA14F29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Farmers</a:t>
            </a:r>
          </a:p>
        </p:txBody>
      </p:sp>
      <p:sp>
        <p:nvSpPr>
          <p:cNvPr id="20" name="Title 17">
            <a:extLst>
              <a:ext uri="{FF2B5EF4-FFF2-40B4-BE49-F238E27FC236}">
                <a16:creationId xmlns:a16="http://schemas.microsoft.com/office/drawing/2014/main" id="{BA4F0FD9-017A-3AAF-F4DD-4AA12B2AC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3" y="1121940"/>
            <a:ext cx="4846320" cy="1682749"/>
          </a:xfrm>
        </p:spPr>
        <p:txBody>
          <a:bodyPr/>
          <a:lstStyle/>
          <a:p>
            <a:r>
              <a:rPr lang="en-US"/>
              <a:t>Attributes and Primary Keys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396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843999A-2F04-8BD4-837F-E76B58D6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9521E1-917F-4717-5A25-5D744FD73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4</a:t>
            </a:fld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F0ED81-9F53-489C-8E6F-6DC5B7199A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Fields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7ABFF95-00EE-7AAD-2C0F-D46B61C35A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Usage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84F9CC8-117D-B0F0-E5D0-A4CC912772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Attributes: </a:t>
            </a:r>
            <a:r>
              <a:rPr lang="en-US" dirty="0" err="1"/>
              <a:t>FieldID</a:t>
            </a:r>
            <a:r>
              <a:rPr lang="en-US" dirty="0"/>
              <a:t> (Primary Key), </a:t>
            </a:r>
            <a:r>
              <a:rPr lang="en-US" dirty="0" err="1"/>
              <a:t>FieldLocation</a:t>
            </a:r>
            <a:r>
              <a:rPr lang="en-US" dirty="0"/>
              <a:t>, Area, </a:t>
            </a:r>
            <a:r>
              <a:rPr lang="en-US" dirty="0" err="1"/>
              <a:t>SoilType</a:t>
            </a:r>
            <a:r>
              <a:rPr lang="en-US" dirty="0"/>
              <a:t>, FarmerID (Foreign Key)Primary Key: </a:t>
            </a:r>
            <a:r>
              <a:rPr lang="en-US" dirty="0" err="1"/>
              <a:t>FieldID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C3DC709-1447-C5C9-BC72-0BE43FDCA9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Attributes: UsageID (Primary Key), DeviceID (Foreign Key), FarmerID (Foreign Key), </a:t>
            </a:r>
            <a:r>
              <a:rPr lang="en-US" dirty="0" err="1"/>
              <a:t>FieldID</a:t>
            </a:r>
            <a:r>
              <a:rPr lang="en-US" dirty="0"/>
              <a:t> (Foreign Key), StartTime, EndTime, </a:t>
            </a:r>
            <a:r>
              <a:rPr lang="en-US" dirty="0" err="1"/>
              <a:t>WaterConsumedPrimary</a:t>
            </a:r>
            <a:r>
              <a:rPr lang="en-US" dirty="0"/>
              <a:t> Key: UsageID</a:t>
            </a:r>
          </a:p>
        </p:txBody>
      </p:sp>
    </p:spTree>
    <p:extLst>
      <p:ext uri="{BB962C8B-B14F-4D97-AF65-F5344CB8AC3E}">
        <p14:creationId xmlns:p14="http://schemas.microsoft.com/office/powerpoint/2010/main" val="1719381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C361D4-2114-E276-681B-0EDACAD8E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FC4DAD-8F22-40DC-8133-22BF52217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ADD1689-48FF-4A4C-B2CE-13CE6830CB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084142"/>
            <a:ext cx="7248216" cy="3454644"/>
          </a:xfrm>
        </p:spPr>
        <p:txBody>
          <a:bodyPr/>
          <a:lstStyle/>
          <a:p>
            <a:r>
              <a:rPr lang="en-US" dirty="0"/>
              <a:t>SELECT </a:t>
            </a:r>
            <a:r>
              <a:rPr lang="en-US" dirty="0" err="1"/>
              <a:t>f.FarmerName</a:t>
            </a:r>
            <a:endParaRPr lang="en-US" dirty="0"/>
          </a:p>
          <a:p>
            <a:r>
              <a:rPr lang="en-US" dirty="0"/>
              <a:t>FROM Farmers f</a:t>
            </a:r>
          </a:p>
          <a:p>
            <a:r>
              <a:rPr lang="en-US" dirty="0"/>
              <a:t>JOIN Usage u ON </a:t>
            </a:r>
            <a:r>
              <a:rPr lang="en-US" dirty="0" err="1"/>
              <a:t>f.FarmerID</a:t>
            </a:r>
            <a:r>
              <a:rPr lang="en-US" dirty="0"/>
              <a:t> = </a:t>
            </a:r>
            <a:r>
              <a:rPr lang="en-US" dirty="0" err="1"/>
              <a:t>u.FarmerID</a:t>
            </a:r>
            <a:endParaRPr lang="en-US" dirty="0"/>
          </a:p>
          <a:p>
            <a:r>
              <a:rPr lang="en-US" dirty="0"/>
              <a:t>GROUP BY </a:t>
            </a:r>
            <a:r>
              <a:rPr lang="en-US" dirty="0" err="1"/>
              <a:t>f.FarmerName</a:t>
            </a:r>
            <a:endParaRPr lang="en-US" dirty="0"/>
          </a:p>
          <a:p>
            <a:r>
              <a:rPr lang="en-US" dirty="0"/>
              <a:t>HAVING SUM(</a:t>
            </a:r>
            <a:r>
              <a:rPr lang="en-US" dirty="0" err="1"/>
              <a:t>u.WaterConsumed</a:t>
            </a:r>
            <a:r>
              <a:rPr lang="en-US" dirty="0"/>
              <a:t>) &gt; 10000;</a:t>
            </a:r>
          </a:p>
          <a:p>
            <a:endParaRPr lang="en-US" dirty="0"/>
          </a:p>
          <a:p>
            <a:r>
              <a:rPr lang="en-US" dirty="0"/>
              <a:t>This retrieves names of farmers whose total water consumption across device usages exceeds 10,000 liters .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4BDF71C4-4735-E2D5-0DED-77404D6889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16791" y="1084269"/>
            <a:ext cx="6156237" cy="1293532"/>
          </a:xfrm>
        </p:spPr>
        <p:txBody>
          <a:bodyPr/>
          <a:lstStyle/>
          <a:p>
            <a:r>
              <a:rPr lang="en-US">
                <a:solidFill>
                  <a:schemeClr val="accent6"/>
                </a:solidFill>
              </a:rPr>
              <a:t>SQL Query: Farmers Consuming &gt;10,000 Liters</a:t>
            </a:r>
          </a:p>
        </p:txBody>
      </p:sp>
    </p:spTree>
    <p:extLst>
      <p:ext uri="{BB962C8B-B14F-4D97-AF65-F5344CB8AC3E}">
        <p14:creationId xmlns:p14="http://schemas.microsoft.com/office/powerpoint/2010/main" val="901526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9C9137C-4C2A-3985-8399-B6159A8C5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en-PK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9804E48-D44D-C8A3-0944-D89136753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t>6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32E00CC-94B7-EB0D-09B8-1935AA1C2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4328" y="708594"/>
            <a:ext cx="7498080" cy="704088"/>
          </a:xfrm>
        </p:spPr>
        <p:txBody>
          <a:bodyPr/>
          <a:lstStyle/>
          <a:p>
            <a:r>
              <a:rPr lang="en-US"/>
              <a:t>Trigger: Auto Turn Off Devices after 6 Hours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E356347-F18D-7E3E-C1B3-5D056564B0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20824" y="2674529"/>
            <a:ext cx="8379220" cy="3662419"/>
          </a:xfrm>
        </p:spPr>
        <p:txBody>
          <a:bodyPr/>
          <a:lstStyle/>
          <a:p>
            <a:r>
              <a:rPr lang="en-US" dirty="0"/>
              <a:t>CREATE TRIGGER AutoTurnOffDevice</a:t>
            </a:r>
          </a:p>
          <a:p>
            <a:r>
              <a:rPr lang="en-US" dirty="0"/>
              <a:t>AFTER UPDATE ON Usage</a:t>
            </a:r>
          </a:p>
          <a:p>
            <a:r>
              <a:rPr lang="en-US" dirty="0"/>
              <a:t>FOR EACH ROW</a:t>
            </a:r>
          </a:p>
          <a:p>
            <a:r>
              <a:rPr lang="en-US" dirty="0"/>
              <a:t>BEGIN  </a:t>
            </a:r>
          </a:p>
          <a:p>
            <a:r>
              <a:rPr lang="en-US" dirty="0"/>
              <a:t>IFTIMESTAMPDIFF(HOUR,NEW.Start Time, NEW.EndTime) &gt; 6 THEN   </a:t>
            </a:r>
          </a:p>
          <a:p>
            <a:r>
              <a:rPr lang="en-US" dirty="0"/>
              <a:t> UPDATE Devices    SET Status = 'OFF'    WHERE DeviceID = NEW.DeviceID;  END IF;END;</a:t>
            </a:r>
          </a:p>
        </p:txBody>
      </p:sp>
    </p:spTree>
    <p:extLst>
      <p:ext uri="{BB962C8B-B14F-4D97-AF65-F5344CB8AC3E}">
        <p14:creationId xmlns:p14="http://schemas.microsoft.com/office/powerpoint/2010/main" val="1125054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EA3CB1-AF25-EA4C-A297-4DDC6E0ED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3E68DE-3756-7E72-3F5A-34338BB3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t>7</a:t>
            </a:fld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3304A13-7AD1-01E0-DF18-01AE0222A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936" y="1393731"/>
            <a:ext cx="10475275" cy="773397"/>
          </a:xfrm>
        </p:spPr>
        <p:txBody>
          <a:bodyPr/>
          <a:lstStyle/>
          <a:p>
            <a:r>
              <a:rPr lang="en-US" sz="3200" dirty="0"/>
              <a:t>FDs and Normalization in UsageFunctional Dependencies: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F8D8D5-EC2F-4F7D-EAC9-5E2BEC4D691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7178" y="2980944"/>
            <a:ext cx="10741694" cy="3356005"/>
          </a:xfrm>
        </p:spPr>
        <p:txBody>
          <a:bodyPr/>
          <a:lstStyle/>
          <a:p>
            <a:r>
              <a:rPr lang="en-US" dirty="0"/>
              <a:t>UsageID → DeviceID, FarmerID, StartTime, EndTime, WaterConsumed (UsageID is unique)</a:t>
            </a:r>
          </a:p>
          <a:p>
            <a:r>
              <a:rPr lang="en-US" dirty="0"/>
              <a:t>DeviceID, FarmerID, StartTime → EndTime, WaterConsumed (each usage instance could be uniquely identified by device, farmer, and start time if UsageID were not present)</a:t>
            </a:r>
          </a:p>
          <a:p>
            <a:r>
              <a:rPr lang="en-US" dirty="0"/>
              <a:t>All non-prime attributes are fully functionally dependent on UsageID (the primary key).</a:t>
            </a:r>
          </a:p>
          <a:p>
            <a:r>
              <a:rPr lang="en-US" dirty="0"/>
              <a:t>No transitive dependencies are evident if we assume DeviceID, FarmerID, StartTime form a candidate key along with UsageID .</a:t>
            </a:r>
          </a:p>
        </p:txBody>
      </p:sp>
    </p:spTree>
    <p:extLst>
      <p:ext uri="{BB962C8B-B14F-4D97-AF65-F5344CB8AC3E}">
        <p14:creationId xmlns:p14="http://schemas.microsoft.com/office/powerpoint/2010/main" val="476614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EED6286-6851-6DDB-6D9B-9B02A607B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783BE29-9226-E728-BAD0-B02DEADF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7306C6C-9AD4-1FFB-3E82-B37E13A51E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95130" y="2925329"/>
            <a:ext cx="10515600" cy="2604442"/>
          </a:xfrm>
        </p:spPr>
        <p:txBody>
          <a:bodyPr/>
          <a:lstStyle/>
          <a:p>
            <a:r>
              <a:rPr lang="en-US" dirty="0"/>
              <a:t>If there were derived/transitive dependencies (e.g., suppose DeviceID→DeviceType existed within Usage), you’d decompose Usage into:</a:t>
            </a:r>
          </a:p>
          <a:p>
            <a:r>
              <a:rPr lang="en-US" dirty="0"/>
              <a:t>Usage(UsageID, DeviceID, FarmerID, StartTime, EndTime, WaterConsumed)</a:t>
            </a:r>
          </a:p>
          <a:p>
            <a:r>
              <a:rPr lang="en-US" dirty="0"/>
              <a:t>Device(DeviceID, DeviceType, …)</a:t>
            </a:r>
          </a:p>
          <a:p>
            <a:r>
              <a:rPr lang="en-US" dirty="0"/>
              <a:t>Farmer(FarmerID, FarmerName, …)</a:t>
            </a:r>
          </a:p>
          <a:p>
            <a:r>
              <a:rPr lang="en-US" dirty="0"/>
              <a:t>Thus, Usage would reference DeviceID and FarmerID as foreign keys, eliminating any partial or transitive dependencies and ensuring 3NF compliance .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B498304-4E70-A80F-272C-648DD083C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084269"/>
            <a:ext cx="10515600" cy="1228837"/>
          </a:xfrm>
        </p:spPr>
        <p:txBody>
          <a:bodyPr/>
          <a:lstStyle/>
          <a:p>
            <a:r>
              <a:rPr lang="en-US"/>
              <a:t>Normalization Steps if Not in 3NF:</a:t>
            </a:r>
          </a:p>
        </p:txBody>
      </p:sp>
    </p:spTree>
    <p:extLst>
      <p:ext uri="{BB962C8B-B14F-4D97-AF65-F5344CB8AC3E}">
        <p14:creationId xmlns:p14="http://schemas.microsoft.com/office/powerpoint/2010/main" val="3274647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64AE1-C6FD-2EFB-79A7-7C9A6C853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</a:t>
            </a:r>
            <a:br>
              <a:rPr lang="en-US"/>
            </a:br>
            <a:r>
              <a:rPr lang="en-US"/>
              <a:t>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0EB95F-7D85-6EFE-4631-CEB86E2BA7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6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ject_Status_Report_Win32_jx_v12" id="{5D6FBA16-B4D1-4307-B1D7-61285FA0D9C0}" vid="{1DA9E459-46CB-4408-AA4C-63950E2E54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1F98F7-6576-47F1-AD63-56E26C339747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783CE7D-BFC6-4030-A335-E7F88DB66414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5B4CAA5-BE7A-46AB-97ED-63B24C46A3A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421</Words>
  <Application>Microsoft Office PowerPoint</Application>
  <PresentationFormat>Widescreen</PresentationFormat>
  <Paragraphs>95</Paragraphs>
  <Slides>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PROGRESS REPORT</vt:lpstr>
      <vt:lpstr>PowerPoint Presentation</vt:lpstr>
      <vt:lpstr>Attributes and Primary Keys</vt:lpstr>
      <vt:lpstr>PowerPoint Presentation</vt:lpstr>
      <vt:lpstr>PowerPoint Presentation</vt:lpstr>
      <vt:lpstr>Trigger: Auto Turn Off Devices after 6 Hours</vt:lpstr>
      <vt:lpstr>FDs and Normalization in UsageFunctional Dependencies:</vt:lpstr>
      <vt:lpstr>Normalization Steps if Not in 3NF: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REPORT</dc:title>
  <dc:creator>nagavedikbellam5145@gmail.com</dc:creator>
  <cp:lastModifiedBy>nagavedikbellam5145@gmail.com</cp:lastModifiedBy>
  <cp:revision>3</cp:revision>
  <dcterms:created xsi:type="dcterms:W3CDTF">2025-11-06T11:59:29Z</dcterms:created>
  <dcterms:modified xsi:type="dcterms:W3CDTF">2025-11-06T13:01:31Z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